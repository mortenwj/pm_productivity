
<file path=[Content_Types].xml><?xml version="1.0" encoding="utf-8"?>
<Types xmlns="http://schemas.openxmlformats.org/package/2006/content-types">
  <Default Extension="bin" ContentType="image/jpe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7"/>
  </p:sldMasterIdLst>
  <p:notesMasterIdLst>
    <p:notesMasterId r:id="rId23"/>
  </p:notesMasterIdLst>
  <p:handoutMasterIdLst>
    <p:handoutMasterId r:id="rId24"/>
  </p:handoutMasterIdLst>
  <p:sldIdLst>
    <p:sldId id="276" r:id="rId8"/>
    <p:sldId id="315" r:id="rId9"/>
    <p:sldId id="321" r:id="rId10"/>
    <p:sldId id="322" r:id="rId11"/>
    <p:sldId id="323" r:id="rId12"/>
    <p:sldId id="324" r:id="rId13"/>
    <p:sldId id="326" r:id="rId14"/>
    <p:sldId id="325" r:id="rId15"/>
    <p:sldId id="327" r:id="rId16"/>
    <p:sldId id="328" r:id="rId17"/>
    <p:sldId id="314" r:id="rId18"/>
    <p:sldId id="329" r:id="rId19"/>
    <p:sldId id="330" r:id="rId20"/>
    <p:sldId id="331" r:id="rId21"/>
    <p:sldId id="320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Tietoevry Sans 1 Light" pitchFamily="2" charset="0"/>
      <p:regular r:id="rId29"/>
      <p:italic r:id="rId30"/>
    </p:embeddedFont>
    <p:embeddedFont>
      <p:font typeface="Tietoevry Sans 1 Medium" pitchFamily="2" charset="0"/>
      <p:regular r:id="rId31"/>
      <p:italic r:id="rId32"/>
    </p:embeddedFont>
    <p:embeddedFont>
      <p:font typeface="Tietoevry Sans 1 Thin" pitchFamily="2" charset="0"/>
      <p:regular r:id="rId33"/>
      <p: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967A36-AA4A-AB14-CAF1-E27B9CBED15E}" name="Karin Sundbeck" initials="KS" userId="S::karin.sundbeck@tietoevry.com::24f3e9b9-d764-440f-8ccd-0e42839570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339" autoAdjust="0"/>
  </p:normalViewPr>
  <p:slideViewPr>
    <p:cSldViewPr snapToGrid="0" showGuides="1">
      <p:cViewPr varScale="1">
        <p:scale>
          <a:sx n="153" d="100"/>
          <a:sy n="153" d="100"/>
        </p:scale>
        <p:origin x="396" y="13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35" d="100"/>
          <a:sy n="135" d="100"/>
        </p:scale>
        <p:origin x="37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2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font" Target="fonts/font10.fntdata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7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i Louhivuori" userId="46234d71-a6b4-47d2-9603-b001204897f3" providerId="ADAL" clId="{F15CDFF2-0944-4957-B5B5-A10DDC93DBAB}"/>
    <pc:docChg chg="undo custSel addSld delSld modSld sldOrd">
      <pc:chgData name="Jani Louhivuori" userId="46234d71-a6b4-47d2-9603-b001204897f3" providerId="ADAL" clId="{F15CDFF2-0944-4957-B5B5-A10DDC93DBAB}" dt="2026-08-24T11:30:50.527" v="5131" actId="47"/>
      <pc:docMkLst>
        <pc:docMk/>
      </pc:docMkLst>
      <pc:sldChg chg="modSp mod">
        <pc:chgData name="Jani Louhivuori" userId="46234d71-a6b4-47d2-9603-b001204897f3" providerId="ADAL" clId="{F15CDFF2-0944-4957-B5B5-A10DDC93DBAB}" dt="2026-08-21T08:57:52.527" v="5125" actId="20577"/>
        <pc:sldMkLst>
          <pc:docMk/>
          <pc:sldMk cId="821415817" sldId="276"/>
        </pc:sldMkLst>
        <pc:spChg chg="mod">
          <ac:chgData name="Jani Louhivuori" userId="46234d71-a6b4-47d2-9603-b001204897f3" providerId="ADAL" clId="{F15CDFF2-0944-4957-B5B5-A10DDC93DBAB}" dt="2026-08-19T06:48:52.733" v="1260" actId="20577"/>
          <ac:spMkLst>
            <pc:docMk/>
            <pc:sldMk cId="821415817" sldId="276"/>
            <ac:spMk id="3" creationId="{22172629-BEA8-650A-0FB8-067B0009E124}"/>
          </ac:spMkLst>
        </pc:spChg>
        <pc:spChg chg="mod">
          <ac:chgData name="Jani Louhivuori" userId="46234d71-a6b4-47d2-9603-b001204897f3" providerId="ADAL" clId="{F15CDFF2-0944-4957-B5B5-A10DDC93DBAB}" dt="2026-08-21T08:57:52.527" v="5125" actId="20577"/>
          <ac:spMkLst>
            <pc:docMk/>
            <pc:sldMk cId="821415817" sldId="276"/>
            <ac:spMk id="5" creationId="{8D338AA3-8B97-CAA1-AC94-57A9293DEF93}"/>
          </ac:spMkLst>
        </pc:spChg>
      </pc:sldChg>
      <pc:sldChg chg="del ord">
        <pc:chgData name="Jani Louhivuori" userId="46234d71-a6b4-47d2-9603-b001204897f3" providerId="ADAL" clId="{F15CDFF2-0944-4957-B5B5-A10DDC93DBAB}" dt="2026-08-24T11:30:48.250" v="5130" actId="47"/>
        <pc:sldMkLst>
          <pc:docMk/>
          <pc:sldMk cId="569072883" sldId="277"/>
        </pc:sldMkLst>
      </pc:sldChg>
      <pc:sldChg chg="del ord">
        <pc:chgData name="Jani Louhivuori" userId="46234d71-a6b4-47d2-9603-b001204897f3" providerId="ADAL" clId="{F15CDFF2-0944-4957-B5B5-A10DDC93DBAB}" dt="2026-08-24T11:30:50.527" v="5131" actId="47"/>
        <pc:sldMkLst>
          <pc:docMk/>
          <pc:sldMk cId="4240631189" sldId="295"/>
        </pc:sldMkLst>
      </pc:sldChg>
      <pc:sldChg chg="del mod ord modShow">
        <pc:chgData name="Jani Louhivuori" userId="46234d71-a6b4-47d2-9603-b001204897f3" providerId="ADAL" clId="{F15CDFF2-0944-4957-B5B5-A10DDC93DBAB}" dt="2026-08-24T11:30:45.572" v="5129" actId="47"/>
        <pc:sldMkLst>
          <pc:docMk/>
          <pc:sldMk cId="2518196928" sldId="304"/>
        </pc:sldMkLst>
      </pc:sldChg>
      <pc:sldChg chg="modSp mod ord">
        <pc:chgData name="Jani Louhivuori" userId="46234d71-a6b4-47d2-9603-b001204897f3" providerId="ADAL" clId="{F15CDFF2-0944-4957-B5B5-A10DDC93DBAB}" dt="2026-08-19T12:31:38.031" v="4897" actId="20577"/>
        <pc:sldMkLst>
          <pc:docMk/>
          <pc:sldMk cId="1634787169" sldId="314"/>
        </pc:sldMkLst>
        <pc:spChg chg="mod">
          <ac:chgData name="Jani Louhivuori" userId="46234d71-a6b4-47d2-9603-b001204897f3" providerId="ADAL" clId="{F15CDFF2-0944-4957-B5B5-A10DDC93DBAB}" dt="2026-08-19T12:31:38.031" v="4897" actId="20577"/>
          <ac:spMkLst>
            <pc:docMk/>
            <pc:sldMk cId="1634787169" sldId="314"/>
            <ac:spMk id="2" creationId="{135B4449-95EB-2A65-8804-A77816A5919D}"/>
          </ac:spMkLst>
        </pc:spChg>
      </pc:sldChg>
      <pc:sldChg chg="modSp mod ord">
        <pc:chgData name="Jani Louhivuori" userId="46234d71-a6b4-47d2-9603-b001204897f3" providerId="ADAL" clId="{F15CDFF2-0944-4957-B5B5-A10DDC93DBAB}" dt="2026-08-18T12:50:06.453" v="227" actId="20577"/>
        <pc:sldMkLst>
          <pc:docMk/>
          <pc:sldMk cId="3550217321" sldId="315"/>
        </pc:sldMkLst>
        <pc:spChg chg="mod">
          <ac:chgData name="Jani Louhivuori" userId="46234d71-a6b4-47d2-9603-b001204897f3" providerId="ADAL" clId="{F15CDFF2-0944-4957-B5B5-A10DDC93DBAB}" dt="2026-08-18T12:50:06.453" v="227" actId="20577"/>
          <ac:spMkLst>
            <pc:docMk/>
            <pc:sldMk cId="3550217321" sldId="315"/>
            <ac:spMk id="2" creationId="{D91C6C46-63F0-39CE-18A6-68B584F2A159}"/>
          </ac:spMkLst>
        </pc:spChg>
      </pc:sldChg>
      <pc:sldChg chg="modSp mod">
        <pc:chgData name="Jani Louhivuori" userId="46234d71-a6b4-47d2-9603-b001204897f3" providerId="ADAL" clId="{F15CDFF2-0944-4957-B5B5-A10DDC93DBAB}" dt="2026-08-19T06:35:17.710" v="904" actId="20577"/>
        <pc:sldMkLst>
          <pc:docMk/>
          <pc:sldMk cId="3598594917" sldId="321"/>
        </pc:sldMkLst>
        <pc:spChg chg="mod">
          <ac:chgData name="Jani Louhivuori" userId="46234d71-a6b4-47d2-9603-b001204897f3" providerId="ADAL" clId="{F15CDFF2-0944-4957-B5B5-A10DDC93DBAB}" dt="2026-08-19T06:35:17.710" v="904" actId="20577"/>
          <ac:spMkLst>
            <pc:docMk/>
            <pc:sldMk cId="3598594917" sldId="321"/>
            <ac:spMk id="3" creationId="{8E323E38-F3B3-DD73-F6BF-964E99E127EE}"/>
          </ac:spMkLst>
        </pc:spChg>
      </pc:sldChg>
      <pc:sldChg chg="modSp mod">
        <pc:chgData name="Jani Louhivuori" userId="46234d71-a6b4-47d2-9603-b001204897f3" providerId="ADAL" clId="{F15CDFF2-0944-4957-B5B5-A10DDC93DBAB}" dt="2026-08-18T12:23:31.531" v="164" actId="20577"/>
        <pc:sldMkLst>
          <pc:docMk/>
          <pc:sldMk cId="3977511003" sldId="322"/>
        </pc:sldMkLst>
        <pc:spChg chg="mod">
          <ac:chgData name="Jani Louhivuori" userId="46234d71-a6b4-47d2-9603-b001204897f3" providerId="ADAL" clId="{F15CDFF2-0944-4957-B5B5-A10DDC93DBAB}" dt="2026-08-18T12:23:31.531" v="164" actId="20577"/>
          <ac:spMkLst>
            <pc:docMk/>
            <pc:sldMk cId="3977511003" sldId="322"/>
            <ac:spMk id="3" creationId="{83CAFA41-2CA9-9DE8-CFC8-DADE34B29C1A}"/>
          </ac:spMkLst>
        </pc:spChg>
      </pc:sldChg>
      <pc:sldChg chg="modSp new mod ord">
        <pc:chgData name="Jani Louhivuori" userId="46234d71-a6b4-47d2-9603-b001204897f3" providerId="ADAL" clId="{F15CDFF2-0944-4957-B5B5-A10DDC93DBAB}" dt="2026-08-21T09:25:47.037" v="5126" actId="113"/>
        <pc:sldMkLst>
          <pc:docMk/>
          <pc:sldMk cId="3862237869" sldId="323"/>
        </pc:sldMkLst>
        <pc:spChg chg="mod">
          <ac:chgData name="Jani Louhivuori" userId="46234d71-a6b4-47d2-9603-b001204897f3" providerId="ADAL" clId="{F15CDFF2-0944-4957-B5B5-A10DDC93DBAB}" dt="2026-08-18T12:25:14.079" v="203" actId="20577"/>
          <ac:spMkLst>
            <pc:docMk/>
            <pc:sldMk cId="3862237869" sldId="323"/>
            <ac:spMk id="2" creationId="{331E4B93-22E0-D284-1F9B-D6A962CE3A1B}"/>
          </ac:spMkLst>
        </pc:spChg>
        <pc:spChg chg="mod">
          <ac:chgData name="Jani Louhivuori" userId="46234d71-a6b4-47d2-9603-b001204897f3" providerId="ADAL" clId="{F15CDFF2-0944-4957-B5B5-A10DDC93DBAB}" dt="2026-08-21T09:25:47.037" v="5126" actId="113"/>
          <ac:spMkLst>
            <pc:docMk/>
            <pc:sldMk cId="3862237869" sldId="323"/>
            <ac:spMk id="3" creationId="{9CA6F965-31AD-8E36-3AF4-53F40E563318}"/>
          </ac:spMkLst>
        </pc:spChg>
      </pc:sldChg>
      <pc:sldChg chg="addSp modSp new mod">
        <pc:chgData name="Jani Louhivuori" userId="46234d71-a6b4-47d2-9603-b001204897f3" providerId="ADAL" clId="{F15CDFF2-0944-4957-B5B5-A10DDC93DBAB}" dt="2026-08-19T08:52:34.195" v="4845" actId="14100"/>
        <pc:sldMkLst>
          <pc:docMk/>
          <pc:sldMk cId="4044407784" sldId="324"/>
        </pc:sldMkLst>
        <pc:spChg chg="mod">
          <ac:chgData name="Jani Louhivuori" userId="46234d71-a6b4-47d2-9603-b001204897f3" providerId="ADAL" clId="{F15CDFF2-0944-4957-B5B5-A10DDC93DBAB}" dt="2026-08-19T06:38:32.284" v="917" actId="20577"/>
          <ac:spMkLst>
            <pc:docMk/>
            <pc:sldMk cId="4044407784" sldId="324"/>
            <ac:spMk id="2" creationId="{99057E58-6066-FBA1-73C1-3098072BAA46}"/>
          </ac:spMkLst>
        </pc:spChg>
        <pc:spChg chg="mod">
          <ac:chgData name="Jani Louhivuori" userId="46234d71-a6b4-47d2-9603-b001204897f3" providerId="ADAL" clId="{F15CDFF2-0944-4957-B5B5-A10DDC93DBAB}" dt="2026-08-19T08:50:52.723" v="4830" actId="14100"/>
          <ac:spMkLst>
            <pc:docMk/>
            <pc:sldMk cId="4044407784" sldId="324"/>
            <ac:spMk id="3" creationId="{9A87B040-FD3A-5D5C-3AA8-C1D4C6674E2F}"/>
          </ac:spMkLst>
        </pc:spChg>
        <pc:spChg chg="add mod">
          <ac:chgData name="Jani Louhivuori" userId="46234d71-a6b4-47d2-9603-b001204897f3" providerId="ADAL" clId="{F15CDFF2-0944-4957-B5B5-A10DDC93DBAB}" dt="2026-08-19T08:52:20.773" v="4842" actId="14100"/>
          <ac:spMkLst>
            <pc:docMk/>
            <pc:sldMk cId="4044407784" sldId="324"/>
            <ac:spMk id="8" creationId="{1A6B835F-F2F7-318B-1420-26B9AF8E00CC}"/>
          </ac:spMkLst>
        </pc:spChg>
        <pc:spChg chg="add mod">
          <ac:chgData name="Jani Louhivuori" userId="46234d71-a6b4-47d2-9603-b001204897f3" providerId="ADAL" clId="{F15CDFF2-0944-4957-B5B5-A10DDC93DBAB}" dt="2026-08-19T08:52:34.195" v="4845" actId="14100"/>
          <ac:spMkLst>
            <pc:docMk/>
            <pc:sldMk cId="4044407784" sldId="324"/>
            <ac:spMk id="10" creationId="{B1E80CA8-268E-7B4C-F081-8345EF754D93}"/>
          </ac:spMkLst>
        </pc:spChg>
        <pc:picChg chg="add mod modCrop">
          <ac:chgData name="Jani Louhivuori" userId="46234d71-a6b4-47d2-9603-b001204897f3" providerId="ADAL" clId="{F15CDFF2-0944-4957-B5B5-A10DDC93DBAB}" dt="2026-08-19T08:51:44.687" v="4834" actId="1076"/>
          <ac:picMkLst>
            <pc:docMk/>
            <pc:sldMk cId="4044407784" sldId="324"/>
            <ac:picMk id="7" creationId="{D4DCC0F4-97F8-5DCF-33B8-63BA0EC73320}"/>
          </ac:picMkLst>
        </pc:picChg>
      </pc:sldChg>
      <pc:sldChg chg="modSp new mod">
        <pc:chgData name="Jani Louhivuori" userId="46234d71-a6b4-47d2-9603-b001204897f3" providerId="ADAL" clId="{F15CDFF2-0944-4957-B5B5-A10DDC93DBAB}" dt="2026-08-21T09:41:20.906" v="5128" actId="20577"/>
        <pc:sldMkLst>
          <pc:docMk/>
          <pc:sldMk cId="764870702" sldId="325"/>
        </pc:sldMkLst>
        <pc:spChg chg="mod">
          <ac:chgData name="Jani Louhivuori" userId="46234d71-a6b4-47d2-9603-b001204897f3" providerId="ADAL" clId="{F15CDFF2-0944-4957-B5B5-A10DDC93DBAB}" dt="2026-08-19T06:48:11.839" v="1176" actId="20577"/>
          <ac:spMkLst>
            <pc:docMk/>
            <pc:sldMk cId="764870702" sldId="325"/>
            <ac:spMk id="2" creationId="{9D90798E-FD93-7FD0-02EC-860F9C7C0B7F}"/>
          </ac:spMkLst>
        </pc:spChg>
        <pc:spChg chg="mod">
          <ac:chgData name="Jani Louhivuori" userId="46234d71-a6b4-47d2-9603-b001204897f3" providerId="ADAL" clId="{F15CDFF2-0944-4957-B5B5-A10DDC93DBAB}" dt="2026-08-21T09:41:20.906" v="5128" actId="20577"/>
          <ac:spMkLst>
            <pc:docMk/>
            <pc:sldMk cId="764870702" sldId="325"/>
            <ac:spMk id="3" creationId="{8F0AFF9D-E2C7-3810-F5E5-0A49C17951D0}"/>
          </ac:spMkLst>
        </pc:spChg>
      </pc:sldChg>
      <pc:sldChg chg="addSp delSp modSp new mod">
        <pc:chgData name="Jani Louhivuori" userId="46234d71-a6b4-47d2-9603-b001204897f3" providerId="ADAL" clId="{F15CDFF2-0944-4957-B5B5-A10DDC93DBAB}" dt="2026-08-19T12:31:38.221" v="4898" actId="14100"/>
        <pc:sldMkLst>
          <pc:docMk/>
          <pc:sldMk cId="2815654609" sldId="326"/>
        </pc:sldMkLst>
        <pc:spChg chg="mod">
          <ac:chgData name="Jani Louhivuori" userId="46234d71-a6b4-47d2-9603-b001204897f3" providerId="ADAL" clId="{F15CDFF2-0944-4957-B5B5-A10DDC93DBAB}" dt="2026-08-19T07:09:54.838" v="1293" actId="20577"/>
          <ac:spMkLst>
            <pc:docMk/>
            <pc:sldMk cId="2815654609" sldId="326"/>
            <ac:spMk id="2" creationId="{3A9B3539-89A8-E3CD-2B0E-70B21DDAC6A4}"/>
          </ac:spMkLst>
        </pc:spChg>
        <pc:spChg chg="mod">
          <ac:chgData name="Jani Louhivuori" userId="46234d71-a6b4-47d2-9603-b001204897f3" providerId="ADAL" clId="{F15CDFF2-0944-4957-B5B5-A10DDC93DBAB}" dt="2026-08-19T07:15:18.583" v="1741" actId="20577"/>
          <ac:spMkLst>
            <pc:docMk/>
            <pc:sldMk cId="2815654609" sldId="326"/>
            <ac:spMk id="3" creationId="{6E98979D-2592-1F47-0C1F-0DA2B421C61E}"/>
          </ac:spMkLst>
        </pc:spChg>
        <pc:spChg chg="add mod">
          <ac:chgData name="Jani Louhivuori" userId="46234d71-a6b4-47d2-9603-b001204897f3" providerId="ADAL" clId="{F15CDFF2-0944-4957-B5B5-A10DDC93DBAB}" dt="2026-08-19T08:54:59.922" v="4861" actId="1076"/>
          <ac:spMkLst>
            <pc:docMk/>
            <pc:sldMk cId="2815654609" sldId="326"/>
            <ac:spMk id="11" creationId="{E6FDBAB3-D544-95BB-98C2-1C41E886F347}"/>
          </ac:spMkLst>
        </pc:spChg>
        <pc:spChg chg="add mod">
          <ac:chgData name="Jani Louhivuori" userId="46234d71-a6b4-47d2-9603-b001204897f3" providerId="ADAL" clId="{F15CDFF2-0944-4957-B5B5-A10DDC93DBAB}" dt="2026-08-19T12:31:38.221" v="4898" actId="14100"/>
          <ac:spMkLst>
            <pc:docMk/>
            <pc:sldMk cId="2815654609" sldId="326"/>
            <ac:spMk id="15" creationId="{EFE97268-A9B5-1D83-3241-149AF9A036D8}"/>
          </ac:spMkLst>
        </pc:spChg>
        <pc:picChg chg="add mod">
          <ac:chgData name="Jani Louhivuori" userId="46234d71-a6b4-47d2-9603-b001204897f3" providerId="ADAL" clId="{F15CDFF2-0944-4957-B5B5-A10DDC93DBAB}" dt="2026-08-19T08:53:48.564" v="4849" actId="1076"/>
          <ac:picMkLst>
            <pc:docMk/>
            <pc:sldMk cId="2815654609" sldId="326"/>
            <ac:picMk id="7" creationId="{A30C273E-59A5-459D-2784-A48406BF0F9A}"/>
          </ac:picMkLst>
        </pc:picChg>
        <pc:picChg chg="add mod">
          <ac:chgData name="Jani Louhivuori" userId="46234d71-a6b4-47d2-9603-b001204897f3" providerId="ADAL" clId="{F15CDFF2-0944-4957-B5B5-A10DDC93DBAB}" dt="2026-08-19T08:54:54.512" v="4859" actId="1076"/>
          <ac:picMkLst>
            <pc:docMk/>
            <pc:sldMk cId="2815654609" sldId="326"/>
            <ac:picMk id="13" creationId="{83C9A032-5F29-0167-B12E-02395B10376C}"/>
          </ac:picMkLst>
        </pc:picChg>
      </pc:sldChg>
      <pc:sldChg chg="modSp new mod">
        <pc:chgData name="Jani Louhivuori" userId="46234d71-a6b4-47d2-9603-b001204897f3" providerId="ADAL" clId="{F15CDFF2-0944-4957-B5B5-A10DDC93DBAB}" dt="2026-08-19T07:30:28.452" v="3006" actId="20577"/>
        <pc:sldMkLst>
          <pc:docMk/>
          <pc:sldMk cId="1711904565" sldId="327"/>
        </pc:sldMkLst>
        <pc:spChg chg="mod">
          <ac:chgData name="Jani Louhivuori" userId="46234d71-a6b4-47d2-9603-b001204897f3" providerId="ADAL" clId="{F15CDFF2-0944-4957-B5B5-A10DDC93DBAB}" dt="2026-08-19T07:29:20.574" v="3000" actId="20577"/>
          <ac:spMkLst>
            <pc:docMk/>
            <pc:sldMk cId="1711904565" sldId="327"/>
            <ac:spMk id="2" creationId="{7E313473-FADB-C59A-DC40-2E3B6DE5E6E9}"/>
          </ac:spMkLst>
        </pc:spChg>
        <pc:spChg chg="mod">
          <ac:chgData name="Jani Louhivuori" userId="46234d71-a6b4-47d2-9603-b001204897f3" providerId="ADAL" clId="{F15CDFF2-0944-4957-B5B5-A10DDC93DBAB}" dt="2026-08-19T07:30:28.452" v="3006" actId="20577"/>
          <ac:spMkLst>
            <pc:docMk/>
            <pc:sldMk cId="1711904565" sldId="327"/>
            <ac:spMk id="3" creationId="{33E32C80-8A81-66D0-57AD-A8D99B808127}"/>
          </ac:spMkLst>
        </pc:spChg>
      </pc:sldChg>
      <pc:sldChg chg="modSp new mod">
        <pc:chgData name="Jani Louhivuori" userId="46234d71-a6b4-47d2-9603-b001204897f3" providerId="ADAL" clId="{F15CDFF2-0944-4957-B5B5-A10DDC93DBAB}" dt="2026-08-19T07:52:49.465" v="3765" actId="20577"/>
        <pc:sldMkLst>
          <pc:docMk/>
          <pc:sldMk cId="30488502" sldId="328"/>
        </pc:sldMkLst>
        <pc:spChg chg="mod">
          <ac:chgData name="Jani Louhivuori" userId="46234d71-a6b4-47d2-9603-b001204897f3" providerId="ADAL" clId="{F15CDFF2-0944-4957-B5B5-A10DDC93DBAB}" dt="2026-08-19T07:48:56.809" v="3037" actId="20577"/>
          <ac:spMkLst>
            <pc:docMk/>
            <pc:sldMk cId="30488502" sldId="328"/>
            <ac:spMk id="2" creationId="{EDD78039-1C55-4118-F74D-41842E8BD90B}"/>
          </ac:spMkLst>
        </pc:spChg>
        <pc:spChg chg="mod">
          <ac:chgData name="Jani Louhivuori" userId="46234d71-a6b4-47d2-9603-b001204897f3" providerId="ADAL" clId="{F15CDFF2-0944-4957-B5B5-A10DDC93DBAB}" dt="2026-08-19T07:52:49.465" v="3765" actId="20577"/>
          <ac:spMkLst>
            <pc:docMk/>
            <pc:sldMk cId="30488502" sldId="328"/>
            <ac:spMk id="3" creationId="{E78FFBD8-1D96-6261-252F-8ACF7CD40B73}"/>
          </ac:spMkLst>
        </pc:spChg>
      </pc:sldChg>
      <pc:sldChg chg="modSp new mod ord">
        <pc:chgData name="Jani Louhivuori" userId="46234d71-a6b4-47d2-9603-b001204897f3" providerId="ADAL" clId="{F15CDFF2-0944-4957-B5B5-A10DDC93DBAB}" dt="2026-08-19T08:23:48.772" v="4827" actId="20577"/>
        <pc:sldMkLst>
          <pc:docMk/>
          <pc:sldMk cId="472411364" sldId="329"/>
        </pc:sldMkLst>
        <pc:spChg chg="mod">
          <ac:chgData name="Jani Louhivuori" userId="46234d71-a6b4-47d2-9603-b001204897f3" providerId="ADAL" clId="{F15CDFF2-0944-4957-B5B5-A10DDC93DBAB}" dt="2026-08-19T07:54:02.653" v="3851" actId="20577"/>
          <ac:spMkLst>
            <pc:docMk/>
            <pc:sldMk cId="472411364" sldId="329"/>
            <ac:spMk id="2" creationId="{4BC38016-BB5E-F180-C92B-79007C4A4A16}"/>
          </ac:spMkLst>
        </pc:spChg>
        <pc:spChg chg="mod">
          <ac:chgData name="Jani Louhivuori" userId="46234d71-a6b4-47d2-9603-b001204897f3" providerId="ADAL" clId="{F15CDFF2-0944-4957-B5B5-A10DDC93DBAB}" dt="2026-08-19T08:23:48.772" v="4827" actId="20577"/>
          <ac:spMkLst>
            <pc:docMk/>
            <pc:sldMk cId="472411364" sldId="329"/>
            <ac:spMk id="3" creationId="{83F95BAD-7A79-4256-70E9-EC438CD946F9}"/>
          </ac:spMkLst>
        </pc:spChg>
      </pc:sldChg>
      <pc:sldChg chg="modSp add mod">
        <pc:chgData name="Jani Louhivuori" userId="46234d71-a6b4-47d2-9603-b001204897f3" providerId="ADAL" clId="{F15CDFF2-0944-4957-B5B5-A10DDC93DBAB}" dt="2026-08-19T12:31:58.520" v="4928" actId="20577"/>
        <pc:sldMkLst>
          <pc:docMk/>
          <pc:sldMk cId="3040644803" sldId="330"/>
        </pc:sldMkLst>
        <pc:spChg chg="mod">
          <ac:chgData name="Jani Louhivuori" userId="46234d71-a6b4-47d2-9603-b001204897f3" providerId="ADAL" clId="{F15CDFF2-0944-4957-B5B5-A10DDC93DBAB}" dt="2026-08-19T12:31:58.520" v="4928" actId="20577"/>
          <ac:spMkLst>
            <pc:docMk/>
            <pc:sldMk cId="3040644803" sldId="330"/>
            <ac:spMk id="2" creationId="{A5F0D4F7-A5EC-AA46-C115-90DF9F7DA87C}"/>
          </ac:spMkLst>
        </pc:spChg>
      </pc:sldChg>
      <pc:sldChg chg="modSp new mod ord">
        <pc:chgData name="Jani Louhivuori" userId="46234d71-a6b4-47d2-9603-b001204897f3" providerId="ADAL" clId="{F15CDFF2-0944-4957-B5B5-A10DDC93DBAB}" dt="2026-08-20T05:20:53.763" v="5120" actId="20577"/>
        <pc:sldMkLst>
          <pc:docMk/>
          <pc:sldMk cId="4061008301" sldId="331"/>
        </pc:sldMkLst>
        <pc:spChg chg="mod">
          <ac:chgData name="Jani Louhivuori" userId="46234d71-a6b4-47d2-9603-b001204897f3" providerId="ADAL" clId="{F15CDFF2-0944-4957-B5B5-A10DDC93DBAB}" dt="2026-08-19T12:33:03.778" v="5016" actId="20577"/>
          <ac:spMkLst>
            <pc:docMk/>
            <pc:sldMk cId="4061008301" sldId="331"/>
            <ac:spMk id="2" creationId="{BB483CA3-BA7A-608E-E98D-DAD58E1F6B15}"/>
          </ac:spMkLst>
        </pc:spChg>
        <pc:spChg chg="mod">
          <ac:chgData name="Jani Louhivuori" userId="46234d71-a6b4-47d2-9603-b001204897f3" providerId="ADAL" clId="{F15CDFF2-0944-4957-B5B5-A10DDC93DBAB}" dt="2026-08-20T05:20:53.763" v="5120" actId="20577"/>
          <ac:spMkLst>
            <pc:docMk/>
            <pc:sldMk cId="4061008301" sldId="331"/>
            <ac:spMk id="3" creationId="{FF4E684C-669F-38F8-E888-6A8E8A274E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9FA273-E199-41C9-8095-7DD5CEBF55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B2809-BE04-47E1-9FDF-AC3BF785E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56376-53EC-491F-9D95-B02A0CFB2100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313D2-DC2E-487C-A484-C261C3B90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49E73-2B78-4777-85D8-D41CA3F3F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8EC5-5937-49D0-B205-3DB3AB0582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36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72F8D-B116-4CD7-A757-FF786F89BAC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AF984-95C0-4021-BEF5-D91CB9F538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">
    <p:bg>
      <p:bgPr>
        <a:solidFill>
          <a:srgbClr val="F7EAE4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73" name="Dots">
            <a:extLst>
              <a:ext uri="{FF2B5EF4-FFF2-40B4-BE49-F238E27FC236}">
                <a16:creationId xmlns:a16="http://schemas.microsoft.com/office/drawing/2014/main" id="{B0423462-8FE2-4022-8D8D-6B7FE496D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62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C7D6CCA3-D98F-4E8C-B9B8-253423212E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66A57BE-C742-4942-BC2C-5CCB046B10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D784ED6D-55C4-43AE-897A-8020AD869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9" name="Dots">
            <a:extLst>
              <a:ext uri="{FF2B5EF4-FFF2-40B4-BE49-F238E27FC236}">
                <a16:creationId xmlns:a16="http://schemas.microsoft.com/office/drawing/2014/main" id="{7E284916-3830-4B2D-96DE-5DDABBF92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50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3">
    <p:bg>
      <p:bgPr>
        <a:solidFill>
          <a:srgbClr val="F7EAE4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B9C4FDA-47FC-4EF4-87B8-F8831D0B6EFD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9F08C50D-C580-4576-ABA3-0C6EDE50A7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Dots">
            <a:extLst>
              <a:ext uri="{FF2B5EF4-FFF2-40B4-BE49-F238E27FC236}">
                <a16:creationId xmlns:a16="http://schemas.microsoft.com/office/drawing/2014/main" id="{73DE4581-E0EA-4A8F-A722-4EDE83490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022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D90AE0-1FCB-4D84-ABAD-75632D77D5F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75" name="Dots">
            <a:extLst>
              <a:ext uri="{FF2B5EF4-FFF2-40B4-BE49-F238E27FC236}">
                <a16:creationId xmlns:a16="http://schemas.microsoft.com/office/drawing/2014/main" id="{2E3B1537-5542-4DE2-9E35-373E9D811F5A}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A9A9A9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2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 userDrawn="1">
          <p15:clr>
            <a:srgbClr val="FBAE40"/>
          </p15:clr>
        </p15:guide>
        <p15:guide id="4" pos="224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28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accent6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C4C1BE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rgbClr val="E9EC6B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4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 and pattern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2EB4F0-1242-4B37-82D8-85D39CC7DC7D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icture Placeholder 58">
            <a:extLst>
              <a:ext uri="{FF2B5EF4-FFF2-40B4-BE49-F238E27FC236}">
                <a16:creationId xmlns:a16="http://schemas.microsoft.com/office/drawing/2014/main" id="{1CA0517D-045A-4564-9B4D-F22051D254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0545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role title</a:t>
            </a:r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1" name="Dots">
            <a:extLst>
              <a:ext uri="{FF2B5EF4-FFF2-40B4-BE49-F238E27FC236}">
                <a16:creationId xmlns:a16="http://schemas.microsoft.com/office/drawing/2014/main" id="{4DC8648D-B704-4A1B-92A8-2B5828CECBBD}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72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D2B8DDE-141E-47A1-827C-BEBE167408A8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4" name="Dots">
            <a:extLst>
              <a:ext uri="{FF2B5EF4-FFF2-40B4-BE49-F238E27FC236}">
                <a16:creationId xmlns:a16="http://schemas.microsoft.com/office/drawing/2014/main" id="{6756FC10-BA1F-4145-A18C-32CA3924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073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2" name="Picture Placeholder 62">
            <a:extLst>
              <a:ext uri="{FF2B5EF4-FFF2-40B4-BE49-F238E27FC236}">
                <a16:creationId xmlns:a16="http://schemas.microsoft.com/office/drawing/2014/main" id="{51DD727F-E43F-4B84-9AF0-3AE3A5A8C3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850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76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6748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solidFill>
          <a:srgbClr val="E5E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E0FD9167-FF9F-4DD6-A2A0-1120C2D1A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4043697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solidFill>
          <a:srgbClr val="EACBBB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6E8E522A-0F73-469A-8FB8-09265CCA7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1114636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732C4AB7-5FBA-4B29-9C56-34AAF7CAC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3569878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bg>
      <p:bgPr>
        <a:solidFill>
          <a:srgbClr val="EACBBB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191564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29077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6920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369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2323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983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82789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4981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5310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5"/>
            <a:ext cx="8569325" cy="3960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2" name="Subtitle 2">
            <a:extLst>
              <a:ext uri="{FF2B5EF4-FFF2-40B4-BE49-F238E27FC236}">
                <a16:creationId xmlns:a16="http://schemas.microsoft.com/office/drawing/2014/main" id="{8F3246DC-C5BF-4123-BA49-B14EF33A4FF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5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124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658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2EFC80-19D6-4D40-8BBD-10FBF9FB383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0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aphic 19">
            <a:extLst>
              <a:ext uri="{FF2B5EF4-FFF2-40B4-BE49-F238E27FC236}">
                <a16:creationId xmlns:a16="http://schemas.microsoft.com/office/drawing/2014/main" id="{E1A420AD-4664-4967-8C23-CF0CBC05D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280439-DD54-4100-97F9-D7A4A327A0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2A83F7-90F7-43E5-B1EB-DC34201A486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3B0482-AECE-4C35-8403-9C3A9A9727E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86E2943-61E9-4217-B49B-01DB377841C0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0E12CB-F1D3-4C07-8576-FD96F03B29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7C2BB1-7F13-42D0-8280-0C6AC5860E2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009E81-CF94-43ED-98F3-2EFC911AF96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CEE56E-EDC8-4088-9D28-243DD5B5F811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04E1F6F-0C47-4DB2-BDA2-87F98787AC86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E5BDFD2-3768-478E-BE3D-E9CEC458B0C4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8EAAD69-61B3-486B-9520-565E1A1FA6CF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DE9FE4-1F26-41C9-9218-0F02A25B217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C12A81-E9E3-43DA-98A6-EA7FD8B4C6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78EE2C1-BC5A-40F1-A956-7DF9AE6EFB0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C5E7BAE-2B0C-46BA-9533-F5339965A33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19E3C8D-4C3A-4035-88E3-97BAF26B4B3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098F041-905E-445F-AB40-A2186AE0ADB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028F34-0815-4940-B5A7-925D59B6E474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995A7C8-F27A-4E78-A9AD-E859CA15B2A4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A9AE59-A400-43E5-B137-92CBAC612BB7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9046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and pattern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850DDEEC-1DA5-43EB-939E-82FF5ACCA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3FBF61D-E439-4D28-8ECE-FDA47454CD5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1C645A-DC52-470C-8192-4ACC478B575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EE0C85-D248-4D0F-9C19-EF4B13DB7F9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BE9197-611F-475B-BD25-0EC8A86BCA6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FA5CD69-A94D-4883-AC01-E6FF3F447E8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A951B3-CA7A-468B-B334-A2BFCA9B6D00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EE9E62-C5E7-42B5-BE8A-6275574A1393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911DB0-4A27-441B-A7B8-69B99118636B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565D296-D101-4F16-93E6-72BC90584051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9CB12-4993-4BFE-9F4D-18F8627B090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65F25D-2B27-450C-B8BD-71565C55980C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53FB610-E3D3-4A7D-9898-BAAEE6E25E11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7742BC4-19B8-47F0-ABB5-BEBAAD93856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35A104-5357-43BA-B08F-A722158449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140844B-29B5-4DCA-9975-95116E5F6DC7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FB4B08-799A-4724-AE06-B64F9A8D776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F9E24C-A66D-459D-8473-482CB2591E2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8C41A1-AAC4-4958-9D85-8193A19FD590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A7557AC-223E-4A56-9B79-4606698704B3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7E06773-FAC4-4C97-8B36-F9AD4BA9B9D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770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and subtitle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6B8BE9-BB36-4A36-9F26-11708C686D0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grpSp>
        <p:nvGrpSpPr>
          <p:cNvPr id="8" name="Graphic 19">
            <a:extLst>
              <a:ext uri="{FF2B5EF4-FFF2-40B4-BE49-F238E27FC236}">
                <a16:creationId xmlns:a16="http://schemas.microsoft.com/office/drawing/2014/main" id="{0A648DE4-485C-4CD3-93CF-65AA4C1B3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E39939B-8239-4A6B-AD9E-86EFD72E75B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BF09CE-3E09-48EE-ABF6-6B8EBC69E15F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C9FC79-1ED1-430F-9C5D-0F32619E7CF8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872B045-6E5F-4F4E-81AC-8EAA5436EA3C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A155D9F-0B11-4A02-A5E8-25F83D6CA22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BD3A5-C40E-4899-801C-AEDB5AB52ACC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932660-79BD-403C-B905-7FFEDDA88D7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BD8A76-1907-4EF6-AE1B-2310B82280D8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700A09-D5A1-42A8-BAE3-BBD0859BA2E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3D047-15E2-447B-8A0C-61C569F6CA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CF639E-3D76-41C1-8F31-832B794D1B76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F5EC6A-AB60-49AB-9EDE-A865DB7F42A3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F469AC-EC76-49F5-95F1-FFB0C4387D0B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0BC3CC-6668-41BB-A498-D2F712002A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9C055A-7378-4DE3-872B-3039830C8DE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5CEBDB-01CC-4CAC-8BCF-2897B853BC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94D193-773A-4280-8CB8-26746A5FACCC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24820A-465D-4809-A8AC-2BC24AF07305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2E60FA5-9969-4254-91CE-F67ABD83DF2F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54149B-F0FA-412D-B1DA-7B349E3FC8E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9062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52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and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2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5999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16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23EF67-4CB8-6ACA-E9C0-4ED3461B46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6924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A6ED88-96D7-B453-0B64-372EA8B11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325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18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7AD86B0-EC67-2D9D-34BD-B677E83DDF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4F5CADC-9CD3-BB95-1E88-6D4D356699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50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576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Press ENTER then TAB to view next text style 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13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Press ENTER then TAB to view next text style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100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5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5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A0780A1-5D49-BF8E-2FB7-EF05CA892D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998662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0284C4-9CDF-C39D-9F2C-F7EBC8DA5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76500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6F74C48-04DA-7A70-ABFC-8D5D74391E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8838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9EDCF-4254-9864-5184-8692993E0E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1176" y="1384300"/>
            <a:ext cx="1995487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175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4320" userDrawn="1">
          <p15:clr>
            <a:srgbClr val="FBAE40"/>
          </p15:clr>
        </p15:guide>
        <p15:guide id="5" pos="1560" userDrawn="1">
          <p15:clr>
            <a:srgbClr val="FBAE40"/>
          </p15:clr>
        </p15:guide>
        <p15:guide id="6" pos="2822" userDrawn="1">
          <p15:clr>
            <a:srgbClr val="FBAE40"/>
          </p15:clr>
        </p15:guide>
        <p15:guide id="7" pos="2941" userDrawn="1">
          <p15:clr>
            <a:srgbClr val="FBAE40"/>
          </p15:clr>
        </p15:guide>
        <p15:guide id="8" pos="420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3EA9506-A233-2FA2-C4CC-3CFB7E4E33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7AE9B0B-75B2-3627-3C39-4AADAB64F6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3358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62651CC-6103-D6B0-3621-E03B22D107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9838" y="1384300"/>
            <a:ext cx="15843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85A872B-FDFE-A910-808E-37AAC332D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3551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569B7A-D49B-F095-2912-BE29FADAAF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5039" y="1384300"/>
            <a:ext cx="1571624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79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68" userDrawn="1">
          <p15:clr>
            <a:srgbClr val="FBAE40"/>
          </p15:clr>
        </p15:guide>
        <p15:guide id="4" pos="4479" userDrawn="1">
          <p15:clr>
            <a:srgbClr val="FBAE40"/>
          </p15:clr>
        </p15:guide>
        <p15:guide id="5" pos="1281" userDrawn="1">
          <p15:clr>
            <a:srgbClr val="FBAE40"/>
          </p15:clr>
        </p15:guide>
        <p15:guide id="6" pos="2268" userDrawn="1">
          <p15:clr>
            <a:srgbClr val="FBAE40"/>
          </p15:clr>
        </p15:guide>
        <p15:guide id="7" pos="2381" userDrawn="1">
          <p15:clr>
            <a:srgbClr val="FBAE40"/>
          </p15:clr>
        </p15:guide>
        <p15:guide id="8" pos="4589" userDrawn="1">
          <p15:clr>
            <a:srgbClr val="FBAE40"/>
          </p15:clr>
        </p15:guide>
        <p15:guide id="9" pos="3379" userDrawn="1">
          <p15:clr>
            <a:srgbClr val="FBAE40"/>
          </p15:clr>
        </p15:guide>
        <p15:guide id="10" pos="349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4FAE30-3AFD-2623-76CF-E27D660125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2795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7F4A1-A236-ADEC-7A71-20F3A1D76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41488" y="1384300"/>
            <a:ext cx="128428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9188F5-18BE-39D6-3055-ED075D7B8A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1384300"/>
            <a:ext cx="1281113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D571FD4-41B0-AEA6-7CD6-8EA941A86E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9314" y="1384300"/>
            <a:ext cx="1281112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89A2A0-A6E2-E02F-AF8B-CCEE6CE4F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19813" y="1384300"/>
            <a:ext cx="127793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243B55F-A105-1D9B-0649-2149395757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72375" y="1384300"/>
            <a:ext cx="1284288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48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7" userDrawn="1">
          <p15:clr>
            <a:srgbClr val="FBAE40"/>
          </p15:clr>
        </p15:guide>
        <p15:guide id="4" pos="3742" userDrawn="1">
          <p15:clr>
            <a:srgbClr val="FBAE40"/>
          </p15:clr>
        </p15:guide>
        <p15:guide id="5" pos="1097" userDrawn="1">
          <p15:clr>
            <a:srgbClr val="FBAE40"/>
          </p15:clr>
        </p15:guide>
        <p15:guide id="6" pos="1906" userDrawn="1">
          <p15:clr>
            <a:srgbClr val="FBAE40"/>
          </p15:clr>
        </p15:guide>
        <p15:guide id="7" pos="2018" userDrawn="1">
          <p15:clr>
            <a:srgbClr val="FBAE40"/>
          </p15:clr>
        </p15:guide>
        <p15:guide id="8" pos="4660" userDrawn="1">
          <p15:clr>
            <a:srgbClr val="FBAE40"/>
          </p15:clr>
        </p15:guide>
        <p15:guide id="9" pos="2825" userDrawn="1">
          <p15:clr>
            <a:srgbClr val="FBAE40"/>
          </p15:clr>
        </p15:guide>
        <p15:guide id="10" pos="2935" userDrawn="1">
          <p15:clr>
            <a:srgbClr val="FBAE40"/>
          </p15:clr>
        </p15:guide>
        <p15:guide id="11" pos="4770" userDrawn="1">
          <p15:clr>
            <a:srgbClr val="FBAE40"/>
          </p15:clr>
        </p15:guide>
        <p15:guide id="12" pos="385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A3730497-CA66-4CCE-9128-3C544C7579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92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B535D04-089D-4C0C-B8F6-D5DF48A1F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1560" userDrawn="1">
          <p15:clr>
            <a:srgbClr val="FBAE40"/>
          </p15:clr>
        </p15:guide>
        <p15:guide id="5" pos="2822" userDrawn="1">
          <p15:clr>
            <a:srgbClr val="FBAE40"/>
          </p15:clr>
        </p15:guide>
        <p15:guide id="6" pos="2938" userDrawn="1">
          <p15:clr>
            <a:srgbClr val="FBAE40"/>
          </p15:clr>
        </p15:guide>
        <p15:guide id="7" pos="4200" userDrawn="1">
          <p15:clr>
            <a:srgbClr val="FBAE40"/>
          </p15:clr>
        </p15:guide>
        <p15:guide id="8" pos="432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70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4" name="Graphic 19">
            <a:extLst>
              <a:ext uri="{FF2B5EF4-FFF2-40B4-BE49-F238E27FC236}">
                <a16:creationId xmlns:a16="http://schemas.microsoft.com/office/drawing/2014/main" id="{5CC8B7A0-2360-4832-B9E7-49352F47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8F1401-E0F2-461D-85B4-02FDA74BB5D9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82F35A7-8A2B-4FF2-A1E8-99D75F379886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D5C9C0E-C64F-46A9-9415-8782E041020C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D84713D-6A8A-4EAC-BAF4-83F70D66F4E1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55E89E9-6C1C-4EB7-9FED-1C1FD794E0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1A293C-5052-4D21-8F50-DA0D72838197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4F4B9DB-A9E1-435B-878B-490E939360C1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B76F0E2-4080-4D43-8644-401166DCDC5E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9BCF3C8-D2F8-438A-A873-DF0402FC896A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8C42139-8062-4FD9-9B40-4BCFDDD36DA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944A91-33C1-4ADE-8FB5-15D1FE8FA941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06DE010-8ADA-4F76-B38B-9E349C057147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56F72D-51AA-44C6-BC2E-5F4EE0D24A04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9C1FA35-C8B3-4870-823A-0B90FAAB596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7354A1-63A3-4F27-920D-EFF00C17E53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7C2FD7F-FBA5-43CC-A963-981788BB7623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588CA61-DEFD-4976-9996-87212E2661A2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D4D684D-C933-48E6-9C41-60C5627A49B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F3C24D9-5BCF-4584-BEB2-A5AEDCE20EF7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C4D663-7165-48F4-9686-91465E1A5CE2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7416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313A7A-AD91-4ED9-8CF5-6890BC33877C}"/>
              </a:ext>
            </a:extLst>
          </p:cNvPr>
          <p:cNvSpPr/>
          <p:nvPr userDrawn="1"/>
        </p:nvSpPr>
        <p:spPr>
          <a:xfrm>
            <a:off x="0" y="0"/>
            <a:ext cx="9144000" cy="1936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5" name="Graphic 19">
            <a:extLst>
              <a:ext uri="{FF2B5EF4-FFF2-40B4-BE49-F238E27FC236}">
                <a16:creationId xmlns:a16="http://schemas.microsoft.com/office/drawing/2014/main" id="{295ED415-EFF4-49B1-9B83-14D805C86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E50E246-4B63-4151-BE8D-37165C5D6C5B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C1A517-F5DD-4D53-9724-AF544C275B5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AA572DC-A561-496D-BC6D-E1FD6E3B68C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FDBEAD8-7C52-4DCF-91A6-8BD34167D2DF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6BA790-BF39-451D-ABF3-5149EA9C15C9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CA8B14-C4C6-49FC-A169-F6F49E589AEE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17ADB2A-C220-42C9-B79D-755B26C88FD8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396D9DE-7353-49B0-939B-5F018064D87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B56403-DA0E-4E01-B8B2-9CE1607ECD2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D0E7DF6-8A2F-4690-AC60-54277374A7F1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CD5CC34-1A70-4D34-8AF9-4ABDAC33F70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720656-C571-496B-97C6-B85DD315C9BE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64AED83-2A56-42DB-A602-67E4950368F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1CBFC2F-3522-49EF-B4F8-85801E40F66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1E6C9D9-3601-404B-9A91-ADD5A620910B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CC5C52F-44CF-42AD-93CB-FC3FAA14197C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584459-6F57-4FD0-9280-FB9BFB754D77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7E20A86-3A17-4A4E-B262-F113A5382072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11B58AE-7C60-4E75-830A-7712D027C91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BE11415-60BF-44A6-8BEE-A0F971454D1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7114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0" y="0"/>
            <a:ext cx="4572000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4032248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2A6F489-9E7E-06F8-A257-C4E8A191B6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Press ENTER then TAB to view next text style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15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880" userDrawn="1">
          <p15:clr>
            <a:srgbClr val="FBAE40"/>
          </p15:clr>
        </p15:guide>
        <p15:guide id="4" pos="272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03575" y="0"/>
            <a:ext cx="5940425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3900FFE-3876-DD64-F500-799DA81E7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14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1A66733-51BD-4A1B-A1E1-2EA7AEFEDF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5580061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64F4DFE-FB0A-B5A1-E66B-F67EF5EF49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8FF44A2-CE83-8C47-172B-8563FB396F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7181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08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r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5DA41E-7697-64A3-65DF-F82F4718B606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4032248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3DC322E-3850-001F-D386-2DABC30A76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5498" y="939247"/>
            <a:ext cx="3265004" cy="3265004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688E7A2-312F-0A45-FB99-BD1D0E6D14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9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721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pictures/textbox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2EED53-4FAF-470B-BABA-95415FCA0B32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D0B705-AD58-4371-B16B-CE872F23B60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38046" y="1166759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Picture Placeholder 5">
            <a:extLst>
              <a:ext uri="{FF2B5EF4-FFF2-40B4-BE49-F238E27FC236}">
                <a16:creationId xmlns:a16="http://schemas.microsoft.com/office/drawing/2014/main" id="{91CD0FB5-E4FD-4E34-9502-77B6475DA3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046" y="2120916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F7DDAB31-986C-40A8-9C1D-E66196707E3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38046" y="3075073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ED74DBC9-5F8C-482F-B8EC-528AE7B206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04211" y="1166759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526E8DE-9F24-429B-97B3-00129BD207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4211" y="2120916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6980C8EB-C6DC-4B20-952E-C374410D1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4211" y="3075073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DE8A679-0759-713E-0CE2-3E0787163A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38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0CF30B-0460-4090-8253-4C0C66AF2BC8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2135EBB7-89A2-462D-8F90-9B79ED46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CE5AD2-C0B6-4416-8377-C3F33413204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495CA5-5589-4B2B-98FB-D20F392F574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252530-7889-4BA8-831A-58B2276F173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FEE500-4CD8-40CF-AB55-7E7F80EC6513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17C36B-8CE7-4ECB-A0B5-E528AD02774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E66A775-32E8-41CB-90F0-5C4576F39F1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38384A2-15B4-4BDE-8BE0-77541982E33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A87B1E7-E372-44CB-973A-519D64CAD6F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3A118D-41E8-4B95-A78E-85F79ECB770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61566C-4B79-4974-A51E-FC5CCE1B625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D51D0D-C996-4EE9-B171-AD29F2DE7B9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FC1AA2-5191-46F5-AB4E-A9D20CD3857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6860F0-A49A-4285-B37A-503ECD985D00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BE11755-AF30-4D54-BF20-F853D417C57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89726A-4322-4ABC-A42A-685C0655ABD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06B221-15F6-479D-BFA6-3915FE60FFD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21E8CBF-44DC-42F6-8736-FF558A5B9D4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4AC2BA-2471-4EDF-A746-20381B89DBE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BFA87CC-878C-4AF8-8560-B98D25B8FCB1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71221-5F88-475A-BA07-A22812E0588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B0955-4799-4906-A566-C24D9C3A04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55988" y="231775"/>
            <a:ext cx="5400675" cy="4392613"/>
          </a:xfrm>
        </p:spPr>
        <p:txBody>
          <a:bodyPr/>
          <a:lstStyle>
            <a:lvl1pPr marL="0" indent="0">
              <a:buNone/>
              <a:defRPr/>
            </a:lvl1pPr>
            <a:lvl2pPr marL="179388" indent="0">
              <a:buNone/>
              <a:defRPr/>
            </a:lvl2pPr>
          </a:lstStyle>
          <a:p>
            <a:pPr lvl="0"/>
            <a:r>
              <a:rPr lang="en-GB"/>
              <a:t>Click to add content for example chart or table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6CDCEF1-939E-8BA0-6055-2F9766971A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60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  <p15:guide id="5" pos="2177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char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8569322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B9FC45D-54D5-4036-93FE-B8CC03146E43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203575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7" name="Chart Placeholder 5">
            <a:extLst>
              <a:ext uri="{FF2B5EF4-FFF2-40B4-BE49-F238E27FC236}">
                <a16:creationId xmlns:a16="http://schemas.microsoft.com/office/drawing/2014/main" id="{4712E5B9-D971-42A0-B7C2-EADDA62014AD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156324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0512725E-F973-4E54-B29A-0CF2150058E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203575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0" name="Chart Placeholder 5">
            <a:extLst>
              <a:ext uri="{FF2B5EF4-FFF2-40B4-BE49-F238E27FC236}">
                <a16:creationId xmlns:a16="http://schemas.microsoft.com/office/drawing/2014/main" id="{BE898CDF-F524-424F-97F4-3286D721F31E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156324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082958F-84AD-AD32-01DA-E027398C9C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878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and text boxes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B9D176-43F4-4CF4-9D48-99DC583F1D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9144000" cy="266482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779776"/>
            <a:ext cx="2628899" cy="959674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4B38B19-CADF-4FC1-9242-DEBCD1E6C24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3817825"/>
            <a:ext cx="2628899" cy="80656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E5DF87C-1B84-491A-8BE0-03F3EBFD02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25775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647C692-E63D-49B1-87FE-EBCEE077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12486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3A47FA5-323D-4520-BD12-CAE3891837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99197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8C725A-89A3-4153-BB30-F09829AE08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85909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aphic 19">
            <a:extLst>
              <a:ext uri="{FF2B5EF4-FFF2-40B4-BE49-F238E27FC236}">
                <a16:creationId xmlns:a16="http://schemas.microsoft.com/office/drawing/2014/main" id="{691AC394-9248-4039-8E50-C101568C6709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3BDC3D-AD61-45CE-A8A1-490AAA5F00C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CAF52B-FEB5-4063-BF03-8DAB1A1DCD6E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E4EF46-7899-44A1-AD87-170E9FD242E1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B3F867-C063-43D5-B576-5CA8324899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15FA3C-528C-40E5-BEE3-CF931ADE651A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4B0C5F-08F4-432F-A242-B454A9CC1C15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81C99C-C0CB-4857-A242-11A0F5F263FF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B9C1FBA-8D6B-43B7-896B-18A9BD44314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E2845E-50B1-4929-8CCC-431CF1908DB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BCB425-0629-4FAE-892E-75DA29D6C70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2423C4-146D-4CD1-AC12-13A6E50CD20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204195-B8E8-4199-B513-4C624D7FF51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8E16977-2DA8-4FB8-BDBC-CB82EB8BD35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BFEAA9-BFEC-4B3A-A94B-BD0A37BF1E4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90EE70-DDFA-4420-BFEC-9C360B6B5D14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8831A3E-F74A-4F0B-AF34-7995508C9D8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5B767E-7BC8-405B-921D-D31733AD40F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1A0B14-5829-43E9-8BDE-856A4C89923E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54B147-4296-4BE7-B95F-E88CD59482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069002-3AB5-43B9-9E09-76B857DC35E4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622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703" userDrawn="1">
          <p15:clr>
            <a:srgbClr val="FBAE40"/>
          </p15:clr>
        </p15:guide>
        <p15:guide id="6" pos="1906">
          <p15:clr>
            <a:srgbClr val="FBAE40"/>
          </p15:clr>
        </p15:guide>
        <p15:guide id="8" pos="4641" userDrawn="1">
          <p15:clr>
            <a:srgbClr val="FBAE40"/>
          </p15:clr>
        </p15:guide>
        <p15:guide id="9" pos="2765" userDrawn="1">
          <p15:clr>
            <a:srgbClr val="FBAE40"/>
          </p15:clr>
        </p15:guide>
        <p15:guide id="10" pos="2841" userDrawn="1">
          <p15:clr>
            <a:srgbClr val="FBAE40"/>
          </p15:clr>
        </p15:guide>
        <p15:guide id="11" pos="4713" userDrawn="1">
          <p15:clr>
            <a:srgbClr val="FBAE40"/>
          </p15:clr>
        </p15:guide>
        <p15:guide id="12" pos="3779" userDrawn="1">
          <p15:clr>
            <a:srgbClr val="FBAE40"/>
          </p15:clr>
        </p15:guide>
        <p15:guide id="13" pos="183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aphic 19">
            <a:extLst>
              <a:ext uri="{FF2B5EF4-FFF2-40B4-BE49-F238E27FC236}">
                <a16:creationId xmlns:a16="http://schemas.microsoft.com/office/drawing/2014/main" id="{F9A4D9FD-CBA9-40AA-91C5-801F8F4B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5F8EEE-2027-46C3-82D5-D3E0B524B20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5E5DA65-E88D-4B8F-BDD0-D371EBFBC062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3BBA3BA-AF69-4109-AA0F-4A6BECA6C90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0480C05-4466-41F2-B953-A8E8FB25A334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C14D13C-4832-499F-8903-ABB1786FF8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9C48CD1-6002-431D-B38B-08CFDB1A89EA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6BBB8E-0F04-4150-97B3-5404F99AFE7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09964C1-6BBC-4245-B301-D30808802003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6D3991D-A712-44FA-89EB-7BDFB0DB4FE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C6A05A4-5020-4952-82E3-51EC5D635195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EC34952-04E0-420A-8BE3-831FB2616BFB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48EA399-3B88-4CA8-9D1A-293A2C3CD3B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B2ED039-0F80-4B51-AC5E-256F8FA436D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2667AFB-8508-4465-8CA5-6800BBB37E5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5421509-60E5-4A51-A352-5F4A3F8613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821F839-D929-4109-AA3A-3155D7A176F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4D6F91-D12D-4D3E-812A-BEBB42E63C4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715EF96-BBC6-42A2-86B6-AC60005BD88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900032B-B9B7-4593-AF87-A68F29EB641E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043F203-4F1E-4B31-AA26-28D0D288B046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5AB387F6-333B-46D5-8551-80AE0CFDA7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47256 w 9144000"/>
              <a:gd name="connsiteY0" fmla="*/ 4985347 h 5143500"/>
              <a:gd name="connsiteX1" fmla="*/ 342841 w 9144000"/>
              <a:gd name="connsiteY1" fmla="*/ 4989763 h 5143500"/>
              <a:gd name="connsiteX2" fmla="*/ 347256 w 9144000"/>
              <a:gd name="connsiteY2" fmla="*/ 4994178 h 5143500"/>
              <a:gd name="connsiteX3" fmla="*/ 351671 w 9144000"/>
              <a:gd name="connsiteY3" fmla="*/ 4989762 h 5143500"/>
              <a:gd name="connsiteX4" fmla="*/ 351671 w 9144000"/>
              <a:gd name="connsiteY4" fmla="*/ 4989714 h 5143500"/>
              <a:gd name="connsiteX5" fmla="*/ 347304 w 9144000"/>
              <a:gd name="connsiteY5" fmla="*/ 4985347 h 5143500"/>
              <a:gd name="connsiteX6" fmla="*/ 347256 w 9144000"/>
              <a:gd name="connsiteY6" fmla="*/ 4985347 h 5143500"/>
              <a:gd name="connsiteX7" fmla="*/ 335514 w 9144000"/>
              <a:gd name="connsiteY7" fmla="*/ 4984571 h 5143500"/>
              <a:gd name="connsiteX8" fmla="*/ 330371 w 9144000"/>
              <a:gd name="connsiteY8" fmla="*/ 4989714 h 5143500"/>
              <a:gd name="connsiteX9" fmla="*/ 335514 w 9144000"/>
              <a:gd name="connsiteY9" fmla="*/ 4994857 h 5143500"/>
              <a:gd name="connsiteX10" fmla="*/ 340657 w 9144000"/>
              <a:gd name="connsiteY10" fmla="*/ 4989714 h 5143500"/>
              <a:gd name="connsiteX11" fmla="*/ 335514 w 9144000"/>
              <a:gd name="connsiteY11" fmla="*/ 4984571 h 5143500"/>
              <a:gd name="connsiteX12" fmla="*/ 358998 w 9144000"/>
              <a:gd name="connsiteY12" fmla="*/ 4972829 h 5143500"/>
              <a:gd name="connsiteX13" fmla="*/ 353855 w 9144000"/>
              <a:gd name="connsiteY13" fmla="*/ 4977972 h 5143500"/>
              <a:gd name="connsiteX14" fmla="*/ 358998 w 9144000"/>
              <a:gd name="connsiteY14" fmla="*/ 4983115 h 5143500"/>
              <a:gd name="connsiteX15" fmla="*/ 364141 w 9144000"/>
              <a:gd name="connsiteY15" fmla="*/ 4977972 h 5143500"/>
              <a:gd name="connsiteX16" fmla="*/ 358998 w 9144000"/>
              <a:gd name="connsiteY16" fmla="*/ 4972829 h 5143500"/>
              <a:gd name="connsiteX17" fmla="*/ 335514 w 9144000"/>
              <a:gd name="connsiteY17" fmla="*/ 4972102 h 5143500"/>
              <a:gd name="connsiteX18" fmla="*/ 329791 w 9144000"/>
              <a:gd name="connsiteY18" fmla="*/ 4978117 h 5143500"/>
              <a:gd name="connsiteX19" fmla="*/ 335805 w 9144000"/>
              <a:gd name="connsiteY19" fmla="*/ 4983840 h 5143500"/>
              <a:gd name="connsiteX20" fmla="*/ 341459 w 9144000"/>
              <a:gd name="connsiteY20" fmla="*/ 4978047 h 5143500"/>
              <a:gd name="connsiteX21" fmla="*/ 347256 w 9144000"/>
              <a:gd name="connsiteY21" fmla="*/ 4983844 h 5143500"/>
              <a:gd name="connsiteX22" fmla="*/ 353127 w 9144000"/>
              <a:gd name="connsiteY22" fmla="*/ 4977973 h 5143500"/>
              <a:gd name="connsiteX23" fmla="*/ 347256 w 9144000"/>
              <a:gd name="connsiteY23" fmla="*/ 4972102 h 5143500"/>
              <a:gd name="connsiteX24" fmla="*/ 341458 w 9144000"/>
              <a:gd name="connsiteY24" fmla="*/ 4977900 h 5143500"/>
              <a:gd name="connsiteX25" fmla="*/ 335660 w 9144000"/>
              <a:gd name="connsiteY25" fmla="*/ 4972102 h 5143500"/>
              <a:gd name="connsiteX26" fmla="*/ 370642 w 9144000"/>
              <a:gd name="connsiteY26" fmla="*/ 4961961 h 5143500"/>
              <a:gd name="connsiteX27" fmla="*/ 366227 w 9144000"/>
              <a:gd name="connsiteY27" fmla="*/ 4966376 h 5143500"/>
              <a:gd name="connsiteX28" fmla="*/ 370642 w 9144000"/>
              <a:gd name="connsiteY28" fmla="*/ 4970792 h 5143500"/>
              <a:gd name="connsiteX29" fmla="*/ 375057 w 9144000"/>
              <a:gd name="connsiteY29" fmla="*/ 4966376 h 5143500"/>
              <a:gd name="connsiteX30" fmla="*/ 370642 w 9144000"/>
              <a:gd name="connsiteY30" fmla="*/ 4961961 h 5143500"/>
              <a:gd name="connsiteX31" fmla="*/ 370643 w 9144000"/>
              <a:gd name="connsiteY31" fmla="*/ 4949297 h 5143500"/>
              <a:gd name="connsiteX32" fmla="*/ 365500 w 9144000"/>
              <a:gd name="connsiteY32" fmla="*/ 4954440 h 5143500"/>
              <a:gd name="connsiteX33" fmla="*/ 370643 w 9144000"/>
              <a:gd name="connsiteY33" fmla="*/ 4959583 h 5143500"/>
              <a:gd name="connsiteX34" fmla="*/ 375786 w 9144000"/>
              <a:gd name="connsiteY34" fmla="*/ 4954440 h 5143500"/>
              <a:gd name="connsiteX35" fmla="*/ 370643 w 9144000"/>
              <a:gd name="connsiteY35" fmla="*/ 4949297 h 5143500"/>
              <a:gd name="connsiteX36" fmla="*/ 358998 w 9144000"/>
              <a:gd name="connsiteY36" fmla="*/ 4948521 h 5143500"/>
              <a:gd name="connsiteX37" fmla="*/ 353079 w 9144000"/>
              <a:gd name="connsiteY37" fmla="*/ 4954440 h 5143500"/>
              <a:gd name="connsiteX38" fmla="*/ 358998 w 9144000"/>
              <a:gd name="connsiteY38" fmla="*/ 4960360 h 5143500"/>
              <a:gd name="connsiteX39" fmla="*/ 353127 w 9144000"/>
              <a:gd name="connsiteY39" fmla="*/ 4966231 h 5143500"/>
              <a:gd name="connsiteX40" fmla="*/ 358998 w 9144000"/>
              <a:gd name="connsiteY40" fmla="*/ 4972199 h 5143500"/>
              <a:gd name="connsiteX41" fmla="*/ 364965 w 9144000"/>
              <a:gd name="connsiteY41" fmla="*/ 4966328 h 5143500"/>
              <a:gd name="connsiteX42" fmla="*/ 359094 w 9144000"/>
              <a:gd name="connsiteY42" fmla="*/ 4960360 h 5143500"/>
              <a:gd name="connsiteX43" fmla="*/ 358998 w 9144000"/>
              <a:gd name="connsiteY43" fmla="*/ 4960360 h 5143500"/>
              <a:gd name="connsiteX44" fmla="*/ 364918 w 9144000"/>
              <a:gd name="connsiteY44" fmla="*/ 4954440 h 5143500"/>
              <a:gd name="connsiteX45" fmla="*/ 358998 w 9144000"/>
              <a:gd name="connsiteY45" fmla="*/ 4948521 h 5143500"/>
              <a:gd name="connsiteX46" fmla="*/ 625032 w 9144000"/>
              <a:gd name="connsiteY46" fmla="*/ 4939788 h 5143500"/>
              <a:gd name="connsiteX47" fmla="*/ 650020 w 9144000"/>
              <a:gd name="connsiteY47" fmla="*/ 4939788 h 5143500"/>
              <a:gd name="connsiteX48" fmla="*/ 650020 w 9144000"/>
              <a:gd name="connsiteY48" fmla="*/ 4948570 h 5143500"/>
              <a:gd name="connsiteX49" fmla="*/ 625032 w 9144000"/>
              <a:gd name="connsiteY49" fmla="*/ 4948570 h 5143500"/>
              <a:gd name="connsiteX50" fmla="*/ 487090 w 9144000"/>
              <a:gd name="connsiteY50" fmla="*/ 4939788 h 5143500"/>
              <a:gd name="connsiteX51" fmla="*/ 512078 w 9144000"/>
              <a:gd name="connsiteY51" fmla="*/ 4939788 h 5143500"/>
              <a:gd name="connsiteX52" fmla="*/ 511884 w 9144000"/>
              <a:gd name="connsiteY52" fmla="*/ 4948570 h 5143500"/>
              <a:gd name="connsiteX53" fmla="*/ 487090 w 9144000"/>
              <a:gd name="connsiteY53" fmla="*/ 4948570 h 5143500"/>
              <a:gd name="connsiteX54" fmla="*/ 573602 w 9144000"/>
              <a:gd name="connsiteY54" fmla="*/ 4939738 h 5143500"/>
              <a:gd name="connsiteX55" fmla="*/ 600045 w 9144000"/>
              <a:gd name="connsiteY55" fmla="*/ 4939738 h 5143500"/>
              <a:gd name="connsiteX56" fmla="*/ 600045 w 9144000"/>
              <a:gd name="connsiteY56" fmla="*/ 4966230 h 5143500"/>
              <a:gd name="connsiteX57" fmla="*/ 573602 w 9144000"/>
              <a:gd name="connsiteY57" fmla="*/ 4966230 h 5143500"/>
              <a:gd name="connsiteX58" fmla="*/ 737502 w 9144000"/>
              <a:gd name="connsiteY58" fmla="*/ 4930957 h 5143500"/>
              <a:gd name="connsiteX59" fmla="*/ 745556 w 9144000"/>
              <a:gd name="connsiteY59" fmla="*/ 4963271 h 5143500"/>
              <a:gd name="connsiteX60" fmla="*/ 757395 w 9144000"/>
              <a:gd name="connsiteY60" fmla="*/ 4975790 h 5143500"/>
              <a:gd name="connsiteX61" fmla="*/ 761713 w 9144000"/>
              <a:gd name="connsiteY61" fmla="*/ 4975790 h 5143500"/>
              <a:gd name="connsiteX62" fmla="*/ 761713 w 9144000"/>
              <a:gd name="connsiteY62" fmla="*/ 4985494 h 5143500"/>
              <a:gd name="connsiteX63" fmla="*/ 745556 w 9144000"/>
              <a:gd name="connsiteY63" fmla="*/ 4985494 h 5143500"/>
              <a:gd name="connsiteX64" fmla="*/ 745556 w 9144000"/>
              <a:gd name="connsiteY64" fmla="*/ 4994276 h 5143500"/>
              <a:gd name="connsiteX65" fmla="*/ 748516 w 9144000"/>
              <a:gd name="connsiteY65" fmla="*/ 4994276 h 5143500"/>
              <a:gd name="connsiteX66" fmla="*/ 770544 w 9144000"/>
              <a:gd name="connsiteY66" fmla="*/ 4978119 h 5143500"/>
              <a:gd name="connsiteX67" fmla="*/ 782286 w 9144000"/>
              <a:gd name="connsiteY67" fmla="*/ 4931103 h 5143500"/>
              <a:gd name="connsiteX68" fmla="*/ 771999 w 9144000"/>
              <a:gd name="connsiteY68" fmla="*/ 4930957 h 5143500"/>
              <a:gd name="connsiteX69" fmla="*/ 765401 w 9144000"/>
              <a:gd name="connsiteY69" fmla="*/ 4966231 h 5143500"/>
              <a:gd name="connsiteX70" fmla="*/ 754387 w 9144000"/>
              <a:gd name="connsiteY70" fmla="*/ 4966231 h 5143500"/>
              <a:gd name="connsiteX71" fmla="*/ 747788 w 9144000"/>
              <a:gd name="connsiteY71" fmla="*/ 4930957 h 5143500"/>
              <a:gd name="connsiteX72" fmla="*/ 730855 w 9144000"/>
              <a:gd name="connsiteY72" fmla="*/ 4930957 h 5143500"/>
              <a:gd name="connsiteX73" fmla="*/ 708885 w 9144000"/>
              <a:gd name="connsiteY73" fmla="*/ 4949820 h 5143500"/>
              <a:gd name="connsiteX74" fmla="*/ 708827 w 9144000"/>
              <a:gd name="connsiteY74" fmla="*/ 4951530 h 5143500"/>
              <a:gd name="connsiteX75" fmla="*/ 708827 w 9144000"/>
              <a:gd name="connsiteY75" fmla="*/ 4966086 h 5143500"/>
              <a:gd name="connsiteX76" fmla="*/ 702956 w 9144000"/>
              <a:gd name="connsiteY76" fmla="*/ 4966086 h 5143500"/>
              <a:gd name="connsiteX77" fmla="*/ 702956 w 9144000"/>
              <a:gd name="connsiteY77" fmla="*/ 4974916 h 5143500"/>
              <a:gd name="connsiteX78" fmla="*/ 733814 w 9144000"/>
              <a:gd name="connsiteY78" fmla="*/ 4974916 h 5143500"/>
              <a:gd name="connsiteX79" fmla="*/ 733814 w 9144000"/>
              <a:gd name="connsiteY79" fmla="*/ 4966086 h 5143500"/>
              <a:gd name="connsiteX80" fmla="*/ 717657 w 9144000"/>
              <a:gd name="connsiteY80" fmla="*/ 4966086 h 5143500"/>
              <a:gd name="connsiteX81" fmla="*/ 717657 w 9144000"/>
              <a:gd name="connsiteY81" fmla="*/ 4939788 h 5143500"/>
              <a:gd name="connsiteX82" fmla="*/ 730855 w 9144000"/>
              <a:gd name="connsiteY82" fmla="*/ 4939788 h 5143500"/>
              <a:gd name="connsiteX83" fmla="*/ 661180 w 9144000"/>
              <a:gd name="connsiteY83" fmla="*/ 4930957 h 5143500"/>
              <a:gd name="connsiteX84" fmla="*/ 670010 w 9144000"/>
              <a:gd name="connsiteY84" fmla="*/ 4964921 h 5143500"/>
              <a:gd name="connsiteX85" fmla="*/ 683256 w 9144000"/>
              <a:gd name="connsiteY85" fmla="*/ 4975984 h 5143500"/>
              <a:gd name="connsiteX86" fmla="*/ 696454 w 9144000"/>
              <a:gd name="connsiteY86" fmla="*/ 4964921 h 5143500"/>
              <a:gd name="connsiteX87" fmla="*/ 705284 w 9144000"/>
              <a:gd name="connsiteY87" fmla="*/ 4930957 h 5143500"/>
              <a:gd name="connsiteX88" fmla="*/ 694853 w 9144000"/>
              <a:gd name="connsiteY88" fmla="*/ 4930957 h 5143500"/>
              <a:gd name="connsiteX89" fmla="*/ 687526 w 9144000"/>
              <a:gd name="connsiteY89" fmla="*/ 4966231 h 5143500"/>
              <a:gd name="connsiteX90" fmla="*/ 678695 w 9144000"/>
              <a:gd name="connsiteY90" fmla="*/ 4966231 h 5143500"/>
              <a:gd name="connsiteX91" fmla="*/ 671466 w 9144000"/>
              <a:gd name="connsiteY91" fmla="*/ 4930957 h 5143500"/>
              <a:gd name="connsiteX92" fmla="*/ 445655 w 9144000"/>
              <a:gd name="connsiteY92" fmla="*/ 4930957 h 5143500"/>
              <a:gd name="connsiteX93" fmla="*/ 445655 w 9144000"/>
              <a:gd name="connsiteY93" fmla="*/ 4939739 h 5143500"/>
              <a:gd name="connsiteX94" fmla="*/ 458852 w 9144000"/>
              <a:gd name="connsiteY94" fmla="*/ 4939739 h 5143500"/>
              <a:gd name="connsiteX95" fmla="*/ 458852 w 9144000"/>
              <a:gd name="connsiteY95" fmla="*/ 4966231 h 5143500"/>
              <a:gd name="connsiteX96" fmla="*/ 450070 w 9144000"/>
              <a:gd name="connsiteY96" fmla="*/ 4966231 h 5143500"/>
              <a:gd name="connsiteX97" fmla="*/ 450070 w 9144000"/>
              <a:gd name="connsiteY97" fmla="*/ 4975013 h 5143500"/>
              <a:gd name="connsiteX98" fmla="*/ 476513 w 9144000"/>
              <a:gd name="connsiteY98" fmla="*/ 4975013 h 5143500"/>
              <a:gd name="connsiteX99" fmla="*/ 476513 w 9144000"/>
              <a:gd name="connsiteY99" fmla="*/ 4966231 h 5143500"/>
              <a:gd name="connsiteX100" fmla="*/ 467683 w 9144000"/>
              <a:gd name="connsiteY100" fmla="*/ 4966231 h 5143500"/>
              <a:gd name="connsiteX101" fmla="*/ 467683 w 9144000"/>
              <a:gd name="connsiteY101" fmla="*/ 4952257 h 5143500"/>
              <a:gd name="connsiteX102" fmla="*/ 445655 w 9144000"/>
              <a:gd name="connsiteY102" fmla="*/ 4930957 h 5143500"/>
              <a:gd name="connsiteX103" fmla="*/ 586848 w 9144000"/>
              <a:gd name="connsiteY103" fmla="*/ 4930228 h 5143500"/>
              <a:gd name="connsiteX104" fmla="*/ 563995 w 9144000"/>
              <a:gd name="connsiteY104" fmla="*/ 4952984 h 5143500"/>
              <a:gd name="connsiteX105" fmla="*/ 586751 w 9144000"/>
              <a:gd name="connsiteY105" fmla="*/ 4975837 h 5143500"/>
              <a:gd name="connsiteX106" fmla="*/ 609603 w 9144000"/>
              <a:gd name="connsiteY106" fmla="*/ 4953081 h 5143500"/>
              <a:gd name="connsiteX107" fmla="*/ 609603 w 9144000"/>
              <a:gd name="connsiteY107" fmla="*/ 4952984 h 5143500"/>
              <a:gd name="connsiteX108" fmla="*/ 587829 w 9144000"/>
              <a:gd name="connsiteY108" fmla="*/ 4930228 h 5143500"/>
              <a:gd name="connsiteX109" fmla="*/ 586848 w 9144000"/>
              <a:gd name="connsiteY109" fmla="*/ 4930228 h 5143500"/>
              <a:gd name="connsiteX110" fmla="*/ 500054 w 9144000"/>
              <a:gd name="connsiteY110" fmla="*/ 4930221 h 5143500"/>
              <a:gd name="connsiteX111" fmla="*/ 499560 w 9144000"/>
              <a:gd name="connsiteY111" fmla="*/ 4930229 h 5143500"/>
              <a:gd name="connsiteX112" fmla="*/ 499366 w 9144000"/>
              <a:gd name="connsiteY112" fmla="*/ 4930229 h 5143500"/>
              <a:gd name="connsiteX113" fmla="*/ 476619 w 9144000"/>
              <a:gd name="connsiteY113" fmla="*/ 4951714 h 5143500"/>
              <a:gd name="connsiteX114" fmla="*/ 476610 w 9144000"/>
              <a:gd name="connsiteY114" fmla="*/ 4952257 h 5143500"/>
              <a:gd name="connsiteX115" fmla="*/ 498638 w 9144000"/>
              <a:gd name="connsiteY115" fmla="*/ 4975013 h 5143500"/>
              <a:gd name="connsiteX116" fmla="*/ 517755 w 9144000"/>
              <a:gd name="connsiteY116" fmla="*/ 4975013 h 5143500"/>
              <a:gd name="connsiteX117" fmla="*/ 517755 w 9144000"/>
              <a:gd name="connsiteY117" fmla="*/ 4966231 h 5143500"/>
              <a:gd name="connsiteX118" fmla="*/ 487090 w 9144000"/>
              <a:gd name="connsiteY118" fmla="*/ 4966231 h 5143500"/>
              <a:gd name="connsiteX119" fmla="*/ 487090 w 9144000"/>
              <a:gd name="connsiteY119" fmla="*/ 4957400 h 5143500"/>
              <a:gd name="connsiteX120" fmla="*/ 522364 w 9144000"/>
              <a:gd name="connsiteY120" fmla="*/ 4957400 h 5143500"/>
              <a:gd name="connsiteX121" fmla="*/ 522364 w 9144000"/>
              <a:gd name="connsiteY121" fmla="*/ 4952257 h 5143500"/>
              <a:gd name="connsiteX122" fmla="*/ 500054 w 9144000"/>
              <a:gd name="connsiteY122" fmla="*/ 4930221 h 5143500"/>
              <a:gd name="connsiteX123" fmla="*/ 638045 w 9144000"/>
              <a:gd name="connsiteY123" fmla="*/ 4930220 h 5143500"/>
              <a:gd name="connsiteX124" fmla="*/ 637502 w 9144000"/>
              <a:gd name="connsiteY124" fmla="*/ 4930229 h 5143500"/>
              <a:gd name="connsiteX125" fmla="*/ 614706 w 9144000"/>
              <a:gd name="connsiteY125" fmla="*/ 4951763 h 5143500"/>
              <a:gd name="connsiteX126" fmla="*/ 614698 w 9144000"/>
              <a:gd name="connsiteY126" fmla="*/ 4952257 h 5143500"/>
              <a:gd name="connsiteX127" fmla="*/ 636774 w 9144000"/>
              <a:gd name="connsiteY127" fmla="*/ 4975013 h 5143500"/>
              <a:gd name="connsiteX128" fmla="*/ 655843 w 9144000"/>
              <a:gd name="connsiteY128" fmla="*/ 4975013 h 5143500"/>
              <a:gd name="connsiteX129" fmla="*/ 655843 w 9144000"/>
              <a:gd name="connsiteY129" fmla="*/ 4966231 h 5143500"/>
              <a:gd name="connsiteX130" fmla="*/ 624984 w 9144000"/>
              <a:gd name="connsiteY130" fmla="*/ 4966231 h 5143500"/>
              <a:gd name="connsiteX131" fmla="*/ 624984 w 9144000"/>
              <a:gd name="connsiteY131" fmla="*/ 4957400 h 5143500"/>
              <a:gd name="connsiteX132" fmla="*/ 660258 w 9144000"/>
              <a:gd name="connsiteY132" fmla="*/ 4957400 h 5143500"/>
              <a:gd name="connsiteX133" fmla="*/ 660258 w 9144000"/>
              <a:gd name="connsiteY133" fmla="*/ 4952257 h 5143500"/>
              <a:gd name="connsiteX134" fmla="*/ 638045 w 9144000"/>
              <a:gd name="connsiteY134" fmla="*/ 4930220 h 5143500"/>
              <a:gd name="connsiteX135" fmla="*/ 459046 w 9144000"/>
              <a:gd name="connsiteY135" fmla="*/ 4915139 h 5143500"/>
              <a:gd name="connsiteX136" fmla="*/ 452739 w 9144000"/>
              <a:gd name="connsiteY136" fmla="*/ 4921350 h 5143500"/>
              <a:gd name="connsiteX137" fmla="*/ 452739 w 9144000"/>
              <a:gd name="connsiteY137" fmla="*/ 4921398 h 5143500"/>
              <a:gd name="connsiteX138" fmla="*/ 458949 w 9144000"/>
              <a:gd name="connsiteY138" fmla="*/ 4927657 h 5143500"/>
              <a:gd name="connsiteX139" fmla="*/ 465257 w 9144000"/>
              <a:gd name="connsiteY139" fmla="*/ 4921447 h 5143500"/>
              <a:gd name="connsiteX140" fmla="*/ 459046 w 9144000"/>
              <a:gd name="connsiteY140" fmla="*/ 4915139 h 5143500"/>
              <a:gd name="connsiteX141" fmla="*/ 318127 w 9144000"/>
              <a:gd name="connsiteY141" fmla="*/ 4913726 h 5143500"/>
              <a:gd name="connsiteX142" fmla="*/ 318127 w 9144000"/>
              <a:gd name="connsiteY142" fmla="*/ 4925468 h 5143500"/>
              <a:gd name="connsiteX143" fmla="*/ 306337 w 9144000"/>
              <a:gd name="connsiteY143" fmla="*/ 4925468 h 5143500"/>
              <a:gd name="connsiteX144" fmla="*/ 306337 w 9144000"/>
              <a:gd name="connsiteY144" fmla="*/ 4937258 h 5143500"/>
              <a:gd name="connsiteX145" fmla="*/ 294595 w 9144000"/>
              <a:gd name="connsiteY145" fmla="*/ 4937258 h 5143500"/>
              <a:gd name="connsiteX146" fmla="*/ 294595 w 9144000"/>
              <a:gd name="connsiteY146" fmla="*/ 4949000 h 5143500"/>
              <a:gd name="connsiteX147" fmla="*/ 294595 w 9144000"/>
              <a:gd name="connsiteY147" fmla="*/ 4960742 h 5143500"/>
              <a:gd name="connsiteX148" fmla="*/ 306337 w 9144000"/>
              <a:gd name="connsiteY148" fmla="*/ 4960742 h 5143500"/>
              <a:gd name="connsiteX149" fmla="*/ 318127 w 9144000"/>
              <a:gd name="connsiteY149" fmla="*/ 4960742 h 5143500"/>
              <a:gd name="connsiteX150" fmla="*/ 318127 w 9144000"/>
              <a:gd name="connsiteY150" fmla="*/ 4949000 h 5143500"/>
              <a:gd name="connsiteX151" fmla="*/ 318127 w 9144000"/>
              <a:gd name="connsiteY151" fmla="*/ 4937258 h 5143500"/>
              <a:gd name="connsiteX152" fmla="*/ 329869 w 9144000"/>
              <a:gd name="connsiteY152" fmla="*/ 4937258 h 5143500"/>
              <a:gd name="connsiteX153" fmla="*/ 341611 w 9144000"/>
              <a:gd name="connsiteY153" fmla="*/ 4937258 h 5143500"/>
              <a:gd name="connsiteX154" fmla="*/ 341611 w 9144000"/>
              <a:gd name="connsiteY154" fmla="*/ 4925468 h 5143500"/>
              <a:gd name="connsiteX155" fmla="*/ 341611 w 9144000"/>
              <a:gd name="connsiteY155" fmla="*/ 4913726 h 5143500"/>
              <a:gd name="connsiteX156" fmla="*/ 329869 w 9144000"/>
              <a:gd name="connsiteY156" fmla="*/ 4913726 h 5143500"/>
              <a:gd name="connsiteX157" fmla="*/ 533912 w 9144000"/>
              <a:gd name="connsiteY157" fmla="*/ 4913441 h 5143500"/>
              <a:gd name="connsiteX158" fmla="*/ 533912 w 9144000"/>
              <a:gd name="connsiteY158" fmla="*/ 4931102 h 5143500"/>
              <a:gd name="connsiteX159" fmla="*/ 523626 w 9144000"/>
              <a:gd name="connsiteY159" fmla="*/ 4931102 h 5143500"/>
              <a:gd name="connsiteX160" fmla="*/ 523626 w 9144000"/>
              <a:gd name="connsiteY160" fmla="*/ 4939933 h 5143500"/>
              <a:gd name="connsiteX161" fmla="*/ 533912 w 9144000"/>
              <a:gd name="connsiteY161" fmla="*/ 4939933 h 5143500"/>
              <a:gd name="connsiteX162" fmla="*/ 533912 w 9144000"/>
              <a:gd name="connsiteY162" fmla="*/ 4953858 h 5143500"/>
              <a:gd name="connsiteX163" fmla="*/ 555212 w 9144000"/>
              <a:gd name="connsiteY163" fmla="*/ 4975207 h 5143500"/>
              <a:gd name="connsiteX164" fmla="*/ 561859 w 9144000"/>
              <a:gd name="connsiteY164" fmla="*/ 4975207 h 5143500"/>
              <a:gd name="connsiteX165" fmla="*/ 561859 w 9144000"/>
              <a:gd name="connsiteY165" fmla="*/ 4966376 h 5143500"/>
              <a:gd name="connsiteX166" fmla="*/ 542743 w 9144000"/>
              <a:gd name="connsiteY166" fmla="*/ 4966376 h 5143500"/>
              <a:gd name="connsiteX167" fmla="*/ 542743 w 9144000"/>
              <a:gd name="connsiteY167" fmla="*/ 4939787 h 5143500"/>
              <a:gd name="connsiteX168" fmla="*/ 557299 w 9144000"/>
              <a:gd name="connsiteY168" fmla="*/ 4939787 h 5143500"/>
              <a:gd name="connsiteX169" fmla="*/ 557299 w 9144000"/>
              <a:gd name="connsiteY169" fmla="*/ 4930957 h 5143500"/>
              <a:gd name="connsiteX170" fmla="*/ 542743 w 9144000"/>
              <a:gd name="connsiteY170" fmla="*/ 4930957 h 5143500"/>
              <a:gd name="connsiteX171" fmla="*/ 542743 w 9144000"/>
              <a:gd name="connsiteY171" fmla="*/ 4913441 h 5143500"/>
              <a:gd name="connsiteX172" fmla="*/ 416348 w 9144000"/>
              <a:gd name="connsiteY172" fmla="*/ 4913441 h 5143500"/>
              <a:gd name="connsiteX173" fmla="*/ 416348 w 9144000"/>
              <a:gd name="connsiteY173" fmla="*/ 4931102 h 5143500"/>
              <a:gd name="connsiteX174" fmla="*/ 406062 w 9144000"/>
              <a:gd name="connsiteY174" fmla="*/ 4931102 h 5143500"/>
              <a:gd name="connsiteX175" fmla="*/ 406062 w 9144000"/>
              <a:gd name="connsiteY175" fmla="*/ 4939933 h 5143500"/>
              <a:gd name="connsiteX176" fmla="*/ 416348 w 9144000"/>
              <a:gd name="connsiteY176" fmla="*/ 4939933 h 5143500"/>
              <a:gd name="connsiteX177" fmla="*/ 416348 w 9144000"/>
              <a:gd name="connsiteY177" fmla="*/ 4953130 h 5143500"/>
              <a:gd name="connsiteX178" fmla="*/ 437648 w 9144000"/>
              <a:gd name="connsiteY178" fmla="*/ 4975207 h 5143500"/>
              <a:gd name="connsiteX179" fmla="*/ 441336 w 9144000"/>
              <a:gd name="connsiteY179" fmla="*/ 4975207 h 5143500"/>
              <a:gd name="connsiteX180" fmla="*/ 441336 w 9144000"/>
              <a:gd name="connsiteY180" fmla="*/ 4966376 h 5143500"/>
              <a:gd name="connsiteX181" fmla="*/ 425179 w 9144000"/>
              <a:gd name="connsiteY181" fmla="*/ 4966376 h 5143500"/>
              <a:gd name="connsiteX182" fmla="*/ 425179 w 9144000"/>
              <a:gd name="connsiteY182" fmla="*/ 4939787 h 5143500"/>
              <a:gd name="connsiteX183" fmla="*/ 436920 w 9144000"/>
              <a:gd name="connsiteY183" fmla="*/ 4939787 h 5143500"/>
              <a:gd name="connsiteX184" fmla="*/ 436920 w 9144000"/>
              <a:gd name="connsiteY184" fmla="*/ 4930957 h 5143500"/>
              <a:gd name="connsiteX185" fmla="*/ 425179 w 9144000"/>
              <a:gd name="connsiteY185" fmla="*/ 4930957 h 5143500"/>
              <a:gd name="connsiteX186" fmla="*/ 425179 w 9144000"/>
              <a:gd name="connsiteY186" fmla="*/ 4913441 h 5143500"/>
              <a:gd name="connsiteX187" fmla="*/ 0 w 9144000"/>
              <a:gd name="connsiteY187" fmla="*/ 0 h 5143500"/>
              <a:gd name="connsiteX188" fmla="*/ 9144000 w 9144000"/>
              <a:gd name="connsiteY188" fmla="*/ 0 h 5143500"/>
              <a:gd name="connsiteX189" fmla="*/ 9144000 w 9144000"/>
              <a:gd name="connsiteY189" fmla="*/ 5143500 h 5143500"/>
              <a:gd name="connsiteX190" fmla="*/ 0 w 9144000"/>
              <a:gd name="connsiteY190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9144000" h="5143500">
                <a:moveTo>
                  <a:pt x="347256" y="4985347"/>
                </a:moveTo>
                <a:cubicBezTo>
                  <a:pt x="344817" y="4985347"/>
                  <a:pt x="342841" y="4987324"/>
                  <a:pt x="342841" y="4989763"/>
                </a:cubicBezTo>
                <a:cubicBezTo>
                  <a:pt x="342841" y="4992202"/>
                  <a:pt x="344818" y="4994178"/>
                  <a:pt x="347256" y="4994178"/>
                </a:cubicBezTo>
                <a:cubicBezTo>
                  <a:pt x="349695" y="4994178"/>
                  <a:pt x="351671" y="4992201"/>
                  <a:pt x="351671" y="4989762"/>
                </a:cubicBezTo>
                <a:cubicBezTo>
                  <a:pt x="351671" y="4989746"/>
                  <a:pt x="351671" y="4989730"/>
                  <a:pt x="351671" y="4989714"/>
                </a:cubicBezTo>
                <a:cubicBezTo>
                  <a:pt x="351671" y="4987302"/>
                  <a:pt x="349716" y="4985347"/>
                  <a:pt x="347304" y="4985347"/>
                </a:cubicBezTo>
                <a:cubicBezTo>
                  <a:pt x="347288" y="4985347"/>
                  <a:pt x="347272" y="4985347"/>
                  <a:pt x="347256" y="4985347"/>
                </a:cubicBezTo>
                <a:close/>
                <a:moveTo>
                  <a:pt x="335514" y="4984571"/>
                </a:moveTo>
                <a:cubicBezTo>
                  <a:pt x="332673" y="4984571"/>
                  <a:pt x="330371" y="4986874"/>
                  <a:pt x="330371" y="4989714"/>
                </a:cubicBezTo>
                <a:cubicBezTo>
                  <a:pt x="330371" y="4992555"/>
                  <a:pt x="332673" y="4994857"/>
                  <a:pt x="335514" y="4994857"/>
                </a:cubicBezTo>
                <a:cubicBezTo>
                  <a:pt x="338354" y="4994857"/>
                  <a:pt x="340657" y="4992555"/>
                  <a:pt x="340657" y="4989714"/>
                </a:cubicBezTo>
                <a:cubicBezTo>
                  <a:pt x="340657" y="4986874"/>
                  <a:pt x="338354" y="4984571"/>
                  <a:pt x="335514" y="4984571"/>
                </a:cubicBezTo>
                <a:close/>
                <a:moveTo>
                  <a:pt x="358998" y="4972829"/>
                </a:moveTo>
                <a:cubicBezTo>
                  <a:pt x="356157" y="4972829"/>
                  <a:pt x="353855" y="4975132"/>
                  <a:pt x="353855" y="4977972"/>
                </a:cubicBezTo>
                <a:cubicBezTo>
                  <a:pt x="353855" y="4980813"/>
                  <a:pt x="356157" y="4983115"/>
                  <a:pt x="358998" y="4983115"/>
                </a:cubicBezTo>
                <a:cubicBezTo>
                  <a:pt x="361838" y="4983115"/>
                  <a:pt x="364141" y="4980813"/>
                  <a:pt x="364141" y="4977972"/>
                </a:cubicBezTo>
                <a:cubicBezTo>
                  <a:pt x="364141" y="4975132"/>
                  <a:pt x="361838" y="4972829"/>
                  <a:pt x="358998" y="4972829"/>
                </a:cubicBezTo>
                <a:close/>
                <a:moveTo>
                  <a:pt x="335514" y="4972102"/>
                </a:moveTo>
                <a:cubicBezTo>
                  <a:pt x="332273" y="4972182"/>
                  <a:pt x="329710" y="4974875"/>
                  <a:pt x="329791" y="4978117"/>
                </a:cubicBezTo>
                <a:cubicBezTo>
                  <a:pt x="329871" y="4981358"/>
                  <a:pt x="332564" y="4983921"/>
                  <a:pt x="335805" y="4983840"/>
                </a:cubicBezTo>
                <a:lnTo>
                  <a:pt x="341459" y="4978047"/>
                </a:lnTo>
                <a:lnTo>
                  <a:pt x="347256" y="4983844"/>
                </a:lnTo>
                <a:cubicBezTo>
                  <a:pt x="350498" y="4983844"/>
                  <a:pt x="353127" y="4981215"/>
                  <a:pt x="353127" y="4977973"/>
                </a:cubicBezTo>
                <a:cubicBezTo>
                  <a:pt x="353127" y="4974730"/>
                  <a:pt x="350498" y="4972102"/>
                  <a:pt x="347256" y="4972102"/>
                </a:cubicBezTo>
                <a:lnTo>
                  <a:pt x="341458" y="4977900"/>
                </a:lnTo>
                <a:lnTo>
                  <a:pt x="335660" y="4972102"/>
                </a:lnTo>
                <a:close/>
                <a:moveTo>
                  <a:pt x="370642" y="4961961"/>
                </a:moveTo>
                <a:cubicBezTo>
                  <a:pt x="368204" y="4961961"/>
                  <a:pt x="366227" y="4963938"/>
                  <a:pt x="366227" y="4966376"/>
                </a:cubicBezTo>
                <a:cubicBezTo>
                  <a:pt x="366227" y="4968815"/>
                  <a:pt x="368204" y="4970792"/>
                  <a:pt x="370642" y="4970792"/>
                </a:cubicBezTo>
                <a:cubicBezTo>
                  <a:pt x="373081" y="4970792"/>
                  <a:pt x="375057" y="4968815"/>
                  <a:pt x="375057" y="4966376"/>
                </a:cubicBezTo>
                <a:cubicBezTo>
                  <a:pt x="375057" y="4963938"/>
                  <a:pt x="373081" y="4961961"/>
                  <a:pt x="370642" y="4961961"/>
                </a:cubicBezTo>
                <a:close/>
                <a:moveTo>
                  <a:pt x="370643" y="4949297"/>
                </a:moveTo>
                <a:cubicBezTo>
                  <a:pt x="367802" y="4949297"/>
                  <a:pt x="365500" y="4951600"/>
                  <a:pt x="365500" y="4954440"/>
                </a:cubicBezTo>
                <a:cubicBezTo>
                  <a:pt x="365500" y="4957281"/>
                  <a:pt x="367802" y="4959583"/>
                  <a:pt x="370643" y="4959583"/>
                </a:cubicBezTo>
                <a:cubicBezTo>
                  <a:pt x="373483" y="4959583"/>
                  <a:pt x="375786" y="4957281"/>
                  <a:pt x="375786" y="4954440"/>
                </a:cubicBezTo>
                <a:cubicBezTo>
                  <a:pt x="375786" y="4951600"/>
                  <a:pt x="373483" y="4949297"/>
                  <a:pt x="370643" y="4949297"/>
                </a:cubicBezTo>
                <a:close/>
                <a:moveTo>
                  <a:pt x="358998" y="4948521"/>
                </a:moveTo>
                <a:cubicBezTo>
                  <a:pt x="355729" y="4948521"/>
                  <a:pt x="353079" y="4951171"/>
                  <a:pt x="353079" y="4954440"/>
                </a:cubicBezTo>
                <a:cubicBezTo>
                  <a:pt x="353079" y="4957710"/>
                  <a:pt x="355729" y="4960360"/>
                  <a:pt x="358998" y="4960360"/>
                </a:cubicBezTo>
                <a:cubicBezTo>
                  <a:pt x="355755" y="4960360"/>
                  <a:pt x="353127" y="4962989"/>
                  <a:pt x="353127" y="4966231"/>
                </a:cubicBezTo>
                <a:cubicBezTo>
                  <a:pt x="353100" y="4969500"/>
                  <a:pt x="355729" y="4972172"/>
                  <a:pt x="358998" y="4972199"/>
                </a:cubicBezTo>
                <a:cubicBezTo>
                  <a:pt x="362267" y="4972225"/>
                  <a:pt x="364939" y="4969597"/>
                  <a:pt x="364965" y="4966328"/>
                </a:cubicBezTo>
                <a:cubicBezTo>
                  <a:pt x="364992" y="4963059"/>
                  <a:pt x="362364" y="4960387"/>
                  <a:pt x="359094" y="4960360"/>
                </a:cubicBezTo>
                <a:cubicBezTo>
                  <a:pt x="359062" y="4960360"/>
                  <a:pt x="359030" y="4960360"/>
                  <a:pt x="358998" y="4960360"/>
                </a:cubicBezTo>
                <a:cubicBezTo>
                  <a:pt x="362267" y="4960360"/>
                  <a:pt x="364918" y="4957710"/>
                  <a:pt x="364918" y="4954440"/>
                </a:cubicBezTo>
                <a:cubicBezTo>
                  <a:pt x="364918" y="4951171"/>
                  <a:pt x="362267" y="4948521"/>
                  <a:pt x="358998" y="4948521"/>
                </a:cubicBezTo>
                <a:close/>
                <a:moveTo>
                  <a:pt x="625032" y="4939788"/>
                </a:moveTo>
                <a:lnTo>
                  <a:pt x="650020" y="4939788"/>
                </a:lnTo>
                <a:lnTo>
                  <a:pt x="650020" y="4948570"/>
                </a:lnTo>
                <a:lnTo>
                  <a:pt x="625032" y="4948570"/>
                </a:lnTo>
                <a:close/>
                <a:moveTo>
                  <a:pt x="487090" y="4939788"/>
                </a:moveTo>
                <a:lnTo>
                  <a:pt x="512078" y="4939788"/>
                </a:lnTo>
                <a:lnTo>
                  <a:pt x="511884" y="4948570"/>
                </a:lnTo>
                <a:lnTo>
                  <a:pt x="487090" y="4948570"/>
                </a:lnTo>
                <a:close/>
                <a:moveTo>
                  <a:pt x="573602" y="4939738"/>
                </a:moveTo>
                <a:lnTo>
                  <a:pt x="600045" y="4939738"/>
                </a:lnTo>
                <a:lnTo>
                  <a:pt x="600045" y="4966230"/>
                </a:lnTo>
                <a:lnTo>
                  <a:pt x="573602" y="4966230"/>
                </a:lnTo>
                <a:close/>
                <a:moveTo>
                  <a:pt x="737502" y="4930957"/>
                </a:moveTo>
                <a:cubicBezTo>
                  <a:pt x="737502" y="4930957"/>
                  <a:pt x="744197" y="4957740"/>
                  <a:pt x="745556" y="4963271"/>
                </a:cubicBezTo>
                <a:cubicBezTo>
                  <a:pt x="746915" y="4968803"/>
                  <a:pt x="750020" y="4975790"/>
                  <a:pt x="757395" y="4975790"/>
                </a:cubicBezTo>
                <a:lnTo>
                  <a:pt x="761713" y="4975790"/>
                </a:lnTo>
                <a:lnTo>
                  <a:pt x="761713" y="4985494"/>
                </a:lnTo>
                <a:lnTo>
                  <a:pt x="745556" y="4985494"/>
                </a:lnTo>
                <a:lnTo>
                  <a:pt x="745556" y="4994276"/>
                </a:lnTo>
                <a:lnTo>
                  <a:pt x="748516" y="4994276"/>
                </a:lnTo>
                <a:cubicBezTo>
                  <a:pt x="758603" y="4994291"/>
                  <a:pt x="767528" y="4987745"/>
                  <a:pt x="770544" y="4978119"/>
                </a:cubicBezTo>
                <a:cubicBezTo>
                  <a:pt x="772630" y="4969822"/>
                  <a:pt x="782286" y="4931103"/>
                  <a:pt x="782286" y="4931103"/>
                </a:cubicBezTo>
                <a:lnTo>
                  <a:pt x="771999" y="4930957"/>
                </a:lnTo>
                <a:lnTo>
                  <a:pt x="765401" y="4966231"/>
                </a:lnTo>
                <a:lnTo>
                  <a:pt x="754387" y="4966231"/>
                </a:lnTo>
                <a:lnTo>
                  <a:pt x="747788" y="4930957"/>
                </a:lnTo>
                <a:close/>
                <a:moveTo>
                  <a:pt x="730855" y="4930957"/>
                </a:moveTo>
                <a:cubicBezTo>
                  <a:pt x="719579" y="4930099"/>
                  <a:pt x="709743" y="4938544"/>
                  <a:pt x="708885" y="4949820"/>
                </a:cubicBezTo>
                <a:cubicBezTo>
                  <a:pt x="708842" y="4950389"/>
                  <a:pt x="708822" y="4950959"/>
                  <a:pt x="708827" y="4951530"/>
                </a:cubicBezTo>
                <a:lnTo>
                  <a:pt x="708827" y="4966086"/>
                </a:lnTo>
                <a:lnTo>
                  <a:pt x="702956" y="4966086"/>
                </a:lnTo>
                <a:lnTo>
                  <a:pt x="702956" y="4974916"/>
                </a:lnTo>
                <a:lnTo>
                  <a:pt x="733814" y="4974916"/>
                </a:lnTo>
                <a:lnTo>
                  <a:pt x="733814" y="4966086"/>
                </a:lnTo>
                <a:lnTo>
                  <a:pt x="717657" y="4966086"/>
                </a:lnTo>
                <a:lnTo>
                  <a:pt x="717657" y="4939788"/>
                </a:lnTo>
                <a:lnTo>
                  <a:pt x="730855" y="4939788"/>
                </a:lnTo>
                <a:close/>
                <a:moveTo>
                  <a:pt x="661180" y="4930957"/>
                </a:moveTo>
                <a:cubicBezTo>
                  <a:pt x="661180" y="4930957"/>
                  <a:pt x="667681" y="4955945"/>
                  <a:pt x="670010" y="4964921"/>
                </a:cubicBezTo>
                <a:cubicBezTo>
                  <a:pt x="670841" y="4971512"/>
                  <a:pt x="676623" y="4976341"/>
                  <a:pt x="683256" y="4975984"/>
                </a:cubicBezTo>
                <a:cubicBezTo>
                  <a:pt x="690534" y="4975984"/>
                  <a:pt x="694270" y="4973752"/>
                  <a:pt x="696454" y="4964921"/>
                </a:cubicBezTo>
                <a:cubicBezTo>
                  <a:pt x="698637" y="4956091"/>
                  <a:pt x="705284" y="4930957"/>
                  <a:pt x="705284" y="4930957"/>
                </a:cubicBezTo>
                <a:lnTo>
                  <a:pt x="694853" y="4930957"/>
                </a:lnTo>
                <a:lnTo>
                  <a:pt x="687526" y="4966231"/>
                </a:lnTo>
                <a:lnTo>
                  <a:pt x="678695" y="4966231"/>
                </a:lnTo>
                <a:lnTo>
                  <a:pt x="671466" y="4930957"/>
                </a:lnTo>
                <a:close/>
                <a:moveTo>
                  <a:pt x="445655" y="4930957"/>
                </a:moveTo>
                <a:lnTo>
                  <a:pt x="445655" y="4939739"/>
                </a:lnTo>
                <a:lnTo>
                  <a:pt x="458852" y="4939739"/>
                </a:lnTo>
                <a:lnTo>
                  <a:pt x="458852" y="4966231"/>
                </a:lnTo>
                <a:lnTo>
                  <a:pt x="450070" y="4966231"/>
                </a:lnTo>
                <a:lnTo>
                  <a:pt x="450070" y="4975013"/>
                </a:lnTo>
                <a:lnTo>
                  <a:pt x="476513" y="4975013"/>
                </a:lnTo>
                <a:lnTo>
                  <a:pt x="476513" y="4966231"/>
                </a:lnTo>
                <a:lnTo>
                  <a:pt x="467683" y="4966231"/>
                </a:lnTo>
                <a:lnTo>
                  <a:pt x="467683" y="4952257"/>
                </a:lnTo>
                <a:cubicBezTo>
                  <a:pt x="467683" y="4938672"/>
                  <a:pt x="458852" y="4930957"/>
                  <a:pt x="445655" y="4930957"/>
                </a:cubicBezTo>
                <a:close/>
                <a:moveTo>
                  <a:pt x="586848" y="4930228"/>
                </a:moveTo>
                <a:cubicBezTo>
                  <a:pt x="574253" y="4930202"/>
                  <a:pt x="564022" y="4940390"/>
                  <a:pt x="563995" y="4952984"/>
                </a:cubicBezTo>
                <a:cubicBezTo>
                  <a:pt x="563968" y="4965579"/>
                  <a:pt x="574156" y="4975810"/>
                  <a:pt x="586751" y="4975837"/>
                </a:cubicBezTo>
                <a:cubicBezTo>
                  <a:pt x="599345" y="4975864"/>
                  <a:pt x="609577" y="4965676"/>
                  <a:pt x="609603" y="4953081"/>
                </a:cubicBezTo>
                <a:cubicBezTo>
                  <a:pt x="609603" y="4953049"/>
                  <a:pt x="609603" y="4953017"/>
                  <a:pt x="609603" y="4952984"/>
                </a:cubicBezTo>
                <a:cubicBezTo>
                  <a:pt x="609874" y="4940688"/>
                  <a:pt x="600126" y="4930499"/>
                  <a:pt x="587829" y="4930228"/>
                </a:cubicBezTo>
                <a:cubicBezTo>
                  <a:pt x="587502" y="4930221"/>
                  <a:pt x="587175" y="4930221"/>
                  <a:pt x="586848" y="4930228"/>
                </a:cubicBezTo>
                <a:close/>
                <a:moveTo>
                  <a:pt x="500054" y="4930221"/>
                </a:moveTo>
                <a:cubicBezTo>
                  <a:pt x="499889" y="4930222"/>
                  <a:pt x="499724" y="4930224"/>
                  <a:pt x="499560" y="4930229"/>
                </a:cubicBezTo>
                <a:lnTo>
                  <a:pt x="499366" y="4930229"/>
                </a:lnTo>
                <a:cubicBezTo>
                  <a:pt x="487151" y="4929881"/>
                  <a:pt x="476967" y="4939500"/>
                  <a:pt x="476619" y="4951714"/>
                </a:cubicBezTo>
                <a:cubicBezTo>
                  <a:pt x="476613" y="4951895"/>
                  <a:pt x="476610" y="4952076"/>
                  <a:pt x="476610" y="4952257"/>
                </a:cubicBezTo>
                <a:cubicBezTo>
                  <a:pt x="476604" y="4964546"/>
                  <a:pt x="486355" y="4974620"/>
                  <a:pt x="498638" y="4975013"/>
                </a:cubicBezTo>
                <a:lnTo>
                  <a:pt x="517755" y="4975013"/>
                </a:lnTo>
                <a:lnTo>
                  <a:pt x="517755" y="4966231"/>
                </a:lnTo>
                <a:lnTo>
                  <a:pt x="487090" y="4966231"/>
                </a:lnTo>
                <a:lnTo>
                  <a:pt x="487090" y="4957400"/>
                </a:lnTo>
                <a:lnTo>
                  <a:pt x="522364" y="4957400"/>
                </a:lnTo>
                <a:lnTo>
                  <a:pt x="522364" y="4952257"/>
                </a:lnTo>
                <a:cubicBezTo>
                  <a:pt x="522289" y="4940011"/>
                  <a:pt x="512300" y="4930145"/>
                  <a:pt x="500054" y="4930221"/>
                </a:cubicBezTo>
                <a:close/>
                <a:moveTo>
                  <a:pt x="638045" y="4930220"/>
                </a:moveTo>
                <a:cubicBezTo>
                  <a:pt x="637864" y="4930221"/>
                  <a:pt x="637683" y="4930224"/>
                  <a:pt x="637502" y="4930229"/>
                </a:cubicBezTo>
                <a:cubicBezTo>
                  <a:pt x="625261" y="4929881"/>
                  <a:pt x="615055" y="4939521"/>
                  <a:pt x="614706" y="4951763"/>
                </a:cubicBezTo>
                <a:cubicBezTo>
                  <a:pt x="614702" y="4951927"/>
                  <a:pt x="614699" y="4952092"/>
                  <a:pt x="614698" y="4952257"/>
                </a:cubicBezTo>
                <a:cubicBezTo>
                  <a:pt x="614692" y="4964564"/>
                  <a:pt x="624473" y="4974646"/>
                  <a:pt x="636774" y="4975013"/>
                </a:cubicBezTo>
                <a:lnTo>
                  <a:pt x="655843" y="4975013"/>
                </a:lnTo>
                <a:lnTo>
                  <a:pt x="655843" y="4966231"/>
                </a:lnTo>
                <a:lnTo>
                  <a:pt x="624984" y="4966231"/>
                </a:lnTo>
                <a:lnTo>
                  <a:pt x="624984" y="4957400"/>
                </a:lnTo>
                <a:lnTo>
                  <a:pt x="660258" y="4957400"/>
                </a:lnTo>
                <a:lnTo>
                  <a:pt x="660258" y="4952257"/>
                </a:lnTo>
                <a:cubicBezTo>
                  <a:pt x="660209" y="4940038"/>
                  <a:pt x="650264" y="4930172"/>
                  <a:pt x="638045" y="4930220"/>
                </a:cubicBezTo>
                <a:close/>
                <a:moveTo>
                  <a:pt x="459046" y="4915139"/>
                </a:moveTo>
                <a:cubicBezTo>
                  <a:pt x="455590" y="4915112"/>
                  <a:pt x="452766" y="4917893"/>
                  <a:pt x="452739" y="4921350"/>
                </a:cubicBezTo>
                <a:cubicBezTo>
                  <a:pt x="452739" y="4921366"/>
                  <a:pt x="452739" y="4921382"/>
                  <a:pt x="452739" y="4921398"/>
                </a:cubicBezTo>
                <a:cubicBezTo>
                  <a:pt x="452739" y="4924836"/>
                  <a:pt x="455511" y="4927630"/>
                  <a:pt x="458949" y="4927657"/>
                </a:cubicBezTo>
                <a:cubicBezTo>
                  <a:pt x="462406" y="4927684"/>
                  <a:pt x="465230" y="4924903"/>
                  <a:pt x="465257" y="4921447"/>
                </a:cubicBezTo>
                <a:cubicBezTo>
                  <a:pt x="465283" y="4917990"/>
                  <a:pt x="462503" y="4915166"/>
                  <a:pt x="459046" y="4915139"/>
                </a:cubicBezTo>
                <a:close/>
                <a:moveTo>
                  <a:pt x="318127" y="4913726"/>
                </a:moveTo>
                <a:lnTo>
                  <a:pt x="318127" y="4925468"/>
                </a:lnTo>
                <a:lnTo>
                  <a:pt x="306337" y="4925468"/>
                </a:lnTo>
                <a:lnTo>
                  <a:pt x="306337" y="4937258"/>
                </a:lnTo>
                <a:lnTo>
                  <a:pt x="294595" y="4937258"/>
                </a:lnTo>
                <a:lnTo>
                  <a:pt x="294595" y="4949000"/>
                </a:lnTo>
                <a:lnTo>
                  <a:pt x="294595" y="4960742"/>
                </a:lnTo>
                <a:lnTo>
                  <a:pt x="306337" y="4960742"/>
                </a:lnTo>
                <a:lnTo>
                  <a:pt x="318127" y="4960742"/>
                </a:lnTo>
                <a:lnTo>
                  <a:pt x="318127" y="4949000"/>
                </a:lnTo>
                <a:lnTo>
                  <a:pt x="318127" y="4937258"/>
                </a:lnTo>
                <a:lnTo>
                  <a:pt x="329869" y="4937258"/>
                </a:lnTo>
                <a:lnTo>
                  <a:pt x="341611" y="4937258"/>
                </a:lnTo>
                <a:lnTo>
                  <a:pt x="341611" y="4925468"/>
                </a:lnTo>
                <a:lnTo>
                  <a:pt x="341611" y="4913726"/>
                </a:lnTo>
                <a:lnTo>
                  <a:pt x="329869" y="4913726"/>
                </a:lnTo>
                <a:close/>
                <a:moveTo>
                  <a:pt x="533912" y="4913441"/>
                </a:moveTo>
                <a:lnTo>
                  <a:pt x="533912" y="4931102"/>
                </a:lnTo>
                <a:lnTo>
                  <a:pt x="523626" y="4931102"/>
                </a:lnTo>
                <a:lnTo>
                  <a:pt x="523626" y="4939933"/>
                </a:lnTo>
                <a:lnTo>
                  <a:pt x="533912" y="4939933"/>
                </a:lnTo>
                <a:lnTo>
                  <a:pt x="533912" y="4953858"/>
                </a:lnTo>
                <a:cubicBezTo>
                  <a:pt x="533912" y="4967104"/>
                  <a:pt x="540511" y="4975207"/>
                  <a:pt x="555212" y="4975207"/>
                </a:cubicBezTo>
                <a:lnTo>
                  <a:pt x="561859" y="4975207"/>
                </a:lnTo>
                <a:lnTo>
                  <a:pt x="561859" y="4966376"/>
                </a:lnTo>
                <a:lnTo>
                  <a:pt x="542743" y="4966376"/>
                </a:lnTo>
                <a:lnTo>
                  <a:pt x="542743" y="4939787"/>
                </a:lnTo>
                <a:lnTo>
                  <a:pt x="557299" y="4939787"/>
                </a:lnTo>
                <a:lnTo>
                  <a:pt x="557299" y="4930957"/>
                </a:lnTo>
                <a:lnTo>
                  <a:pt x="542743" y="4930957"/>
                </a:lnTo>
                <a:lnTo>
                  <a:pt x="542743" y="4913441"/>
                </a:lnTo>
                <a:close/>
                <a:moveTo>
                  <a:pt x="416348" y="4913441"/>
                </a:moveTo>
                <a:lnTo>
                  <a:pt x="416348" y="4931102"/>
                </a:lnTo>
                <a:lnTo>
                  <a:pt x="406062" y="4931102"/>
                </a:lnTo>
                <a:lnTo>
                  <a:pt x="406062" y="4939933"/>
                </a:lnTo>
                <a:lnTo>
                  <a:pt x="416348" y="4939933"/>
                </a:lnTo>
                <a:lnTo>
                  <a:pt x="416348" y="4953130"/>
                </a:lnTo>
                <a:cubicBezTo>
                  <a:pt x="416348" y="4966376"/>
                  <a:pt x="422947" y="4975207"/>
                  <a:pt x="437648" y="4975207"/>
                </a:cubicBezTo>
                <a:lnTo>
                  <a:pt x="441336" y="4975207"/>
                </a:lnTo>
                <a:lnTo>
                  <a:pt x="441336" y="4966376"/>
                </a:lnTo>
                <a:lnTo>
                  <a:pt x="425179" y="4966376"/>
                </a:lnTo>
                <a:lnTo>
                  <a:pt x="425179" y="4939787"/>
                </a:lnTo>
                <a:lnTo>
                  <a:pt x="436920" y="4939787"/>
                </a:lnTo>
                <a:lnTo>
                  <a:pt x="436920" y="4930957"/>
                </a:lnTo>
                <a:lnTo>
                  <a:pt x="425179" y="4930957"/>
                </a:lnTo>
                <a:lnTo>
                  <a:pt x="425179" y="4913441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87338" y="735013"/>
            <a:ext cx="3273091" cy="1793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your quote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83829" y="231775"/>
            <a:ext cx="3276600" cy="365208"/>
          </a:xfrm>
        </p:spPr>
        <p:txBody>
          <a:bodyPr tIns="36000">
            <a:normAutofit/>
          </a:bodyPr>
          <a:lstStyle>
            <a:lvl1pPr marL="0" indent="0">
              <a:spcBef>
                <a:spcPts val="0"/>
              </a:spcBef>
              <a:buClr>
                <a:schemeClr val="accent6"/>
              </a:buClr>
              <a:buFont typeface="+mj-lt"/>
              <a:buNone/>
              <a:defRPr sz="1200">
                <a:solidFill>
                  <a:srgbClr val="E9EC6B"/>
                </a:solidFill>
              </a:defRPr>
            </a:lvl1pPr>
            <a:lvl2pPr marL="234950" indent="0">
              <a:buClr>
                <a:schemeClr val="accent6"/>
              </a:buClr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intro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231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1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BC1972-8065-4A53-B307-68AB4006EBA4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3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29A0C0-C4FA-4BD5-B2B6-6748A116A518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155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3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4C816F69-5068-4908-9804-E11DD367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94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D001CC6F-BFCA-4280-BE24-68BE1C518787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476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61063" y="1120388"/>
            <a:ext cx="2079000" cy="3681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GB" sz="675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675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900"/>
              </a:spcBef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675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50863" y="1456513"/>
            <a:ext cx="229340" cy="274388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82185" y="3020215"/>
            <a:ext cx="235341" cy="407925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93942" y="1120388"/>
            <a:ext cx="2079000" cy="38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selected slide</a:t>
            </a:r>
          </a:p>
          <a:p>
            <a:pPr eaLnBrk="1" hangingPunct="1">
              <a:spcAft>
                <a:spcPts val="450"/>
              </a:spcAft>
              <a:defRPr/>
            </a:pP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675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287338" y="240670"/>
            <a:ext cx="8569325" cy="4876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24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72942" y="1587362"/>
            <a:ext cx="283720" cy="407525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D27C8A6-3124-4A11-900D-2C649BB3C7C9}" type="datetime4">
              <a:rPr lang="en-GB" smtClean="0"/>
              <a:t>18 August 2026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5537581" y="2482382"/>
            <a:ext cx="255903" cy="241280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7338" y="1120388"/>
            <a:ext cx="2079000" cy="348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to jump though bullet-point levels.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sz="675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450"/>
              </a:spcAft>
              <a:defRPr/>
            </a:pP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450"/>
              </a:spcAft>
              <a:buFont typeface="+mj-lt"/>
              <a:buNone/>
            </a:pP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675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675" noProof="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675" noProof="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675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30238" y="3644419"/>
            <a:ext cx="356571" cy="13257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30238" y="3003681"/>
            <a:ext cx="246661" cy="379126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332261" y="4318893"/>
            <a:ext cx="403849" cy="1296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30238" y="1874737"/>
            <a:ext cx="342857" cy="192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5501467" y="2020948"/>
            <a:ext cx="328131" cy="27438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8078513" y="4518475"/>
            <a:ext cx="743810" cy="288491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330238" y="2407138"/>
            <a:ext cx="192857" cy="2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8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338" y="231774"/>
            <a:ext cx="8569325" cy="100806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338" y="1384301"/>
            <a:ext cx="8569324" cy="32400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1"/>
            <a:r>
              <a:rPr lang="en-US" dirty="0"/>
              <a:t>Level 2,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2"/>
            <a:r>
              <a:rPr lang="en-US" dirty="0"/>
              <a:t>Level 3,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3"/>
            <a:r>
              <a:rPr lang="en-US" dirty="0"/>
              <a:t>Level 4, </a:t>
            </a:r>
            <a:r>
              <a:rPr lang="en-US" dirty="0" err="1"/>
              <a:t>Tietoevry</a:t>
            </a:r>
            <a:r>
              <a:rPr lang="en-US" dirty="0"/>
              <a:t> sans medium 11</a:t>
            </a:r>
          </a:p>
          <a:p>
            <a:pPr lvl="4"/>
            <a:r>
              <a:rPr lang="en-GB" dirty="0"/>
              <a:t>Level 5, </a:t>
            </a:r>
            <a:r>
              <a:rPr lang="en-GB" dirty="0" err="1"/>
              <a:t>Tietoevry</a:t>
            </a:r>
            <a:r>
              <a:rPr lang="en-GB" dirty="0"/>
              <a:t> sans medium 11 (Maroon colour)</a:t>
            </a:r>
          </a:p>
          <a:p>
            <a:pPr lvl="5"/>
            <a:r>
              <a:rPr lang="en-US" dirty="0"/>
              <a:t>Level 6, </a:t>
            </a:r>
            <a:r>
              <a:rPr lang="en-US" dirty="0" err="1"/>
              <a:t>Tietoevry</a:t>
            </a:r>
            <a:r>
              <a:rPr lang="en-US" dirty="0"/>
              <a:t> sans light 16 (Boardroom)</a:t>
            </a:r>
          </a:p>
          <a:p>
            <a:pPr lvl="6"/>
            <a:r>
              <a:rPr lang="en-US" dirty="0"/>
              <a:t>Level 7, </a:t>
            </a:r>
            <a:r>
              <a:rPr lang="en-US" dirty="0" err="1"/>
              <a:t>Tietoevry</a:t>
            </a:r>
            <a:r>
              <a:rPr lang="en-US" dirty="0"/>
              <a:t> sans light 20 (Classroom)</a:t>
            </a:r>
          </a:p>
          <a:p>
            <a:pPr lvl="7"/>
            <a:r>
              <a:rPr lang="en-US" dirty="0"/>
              <a:t>Level 8, </a:t>
            </a:r>
            <a:r>
              <a:rPr lang="en-US" dirty="0" err="1"/>
              <a:t>Tietoevry</a:t>
            </a:r>
            <a:r>
              <a:rPr lang="en-US" dirty="0"/>
              <a:t> sans light 24 (Ballroom)</a:t>
            </a:r>
          </a:p>
          <a:p>
            <a:pPr lvl="8"/>
            <a:r>
              <a:rPr lang="en-US" dirty="0"/>
              <a:t>Level 9,Tietoevry sans thin 36 (Infographics)</a:t>
            </a:r>
          </a:p>
          <a:p>
            <a:pPr lvl="8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054" y="4889414"/>
            <a:ext cx="2057400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0621" y="4889414"/>
            <a:ext cx="513396" cy="12938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687" y="4889414"/>
            <a:ext cx="316567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1" name="Graphic 19">
            <a:extLst>
              <a:ext uri="{FF2B5EF4-FFF2-40B4-BE49-F238E27FC236}">
                <a16:creationId xmlns:a16="http://schemas.microsoft.com/office/drawing/2014/main" id="{25FB6CBA-568C-4561-9F8B-63353D60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5553F2-FBCD-4BC0-89B1-C3C6B071A465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E97CA0-2B3D-4EC7-8814-4B1885DAA8A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436BE29-9A5E-4924-96C1-C8FD6399636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302BD2-1721-4C2B-918F-37EDB2DA21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A81E65-F43B-4507-962E-4E125887B53C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8C82DF7-08D7-4B3C-A2EE-3F151BD3E0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78D303-7B1B-4CA5-98B1-5150A7C5556C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45B777B-422A-42E1-9FEF-493C5441CEB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D0337E-6257-43B6-8A33-5D5B00F11F62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CDA05F-0DFB-434E-8D63-F21AC9981CF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61AAF30-1E5F-4CD3-9063-4CD80BA1F755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A0A60F8-03A2-4F61-B78E-3B95B56313E6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BAFDD46-3F79-4ABA-99B9-5B4F6A10C61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61AE0C9-4144-43F9-A524-8675A64D4BEF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CCFBA73-1C05-4642-8FD7-EC0C2827D71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B432E7C-57D1-4945-8842-A6509C2261F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6BA895-901A-4EA1-839D-68CDC919D65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773566D-F5D6-45EA-8088-C1671AE9349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E19993-6F5D-408F-A761-CFB189BD3ED2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09AB2E-EE1C-4E2C-93C7-D22EF0230ADD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xxLanguageTextBox">
            <a:extLst>
              <a:ext uri="{FF2B5EF4-FFF2-40B4-BE49-F238E27FC236}">
                <a16:creationId xmlns:a16="http://schemas.microsoft.com/office/drawing/2014/main" id="{58F81A98-8A90-4939-8305-1BD77D15340D}"/>
              </a:ext>
            </a:extLst>
          </p:cNvPr>
          <p:cNvSpPr/>
          <p:nvPr userDrawn="1">
            <p:custDataLst>
              <p:tags r:id="rId59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xxLanguageTextBox">
            <a:extLst>
              <a:ext uri="{FF2B5EF4-FFF2-40B4-BE49-F238E27FC236}">
                <a16:creationId xmlns:a16="http://schemas.microsoft.com/office/drawing/2014/main" id="{0BA9C109-60A0-4CD7-8604-CA1350B8399E}"/>
              </a:ext>
            </a:extLst>
          </p:cNvPr>
          <p:cNvSpPr/>
          <p:nvPr userDrawn="1">
            <p:custDataLst>
              <p:tags r:id="rId60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xxLanguageTextBox">
            <a:extLst>
              <a:ext uri="{FF2B5EF4-FFF2-40B4-BE49-F238E27FC236}">
                <a16:creationId xmlns:a16="http://schemas.microsoft.com/office/drawing/2014/main" id="{E3424136-D07B-4809-A0D0-DF64A4998C65}"/>
              </a:ext>
            </a:extLst>
          </p:cNvPr>
          <p:cNvSpPr/>
          <p:nvPr userDrawn="1">
            <p:custDataLst>
              <p:tags r:id="rId61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xxLanguageTextBox">
            <a:extLst>
              <a:ext uri="{FF2B5EF4-FFF2-40B4-BE49-F238E27FC236}">
                <a16:creationId xmlns:a16="http://schemas.microsoft.com/office/drawing/2014/main" id="{44890CA2-8BA5-4DAF-A661-773C108C9506}"/>
              </a:ext>
            </a:extLst>
          </p:cNvPr>
          <p:cNvSpPr/>
          <p:nvPr userDrawn="1">
            <p:custDataLst>
              <p:tags r:id="rId62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xxLanguageTextBox">
            <a:extLst>
              <a:ext uri="{FF2B5EF4-FFF2-40B4-BE49-F238E27FC236}">
                <a16:creationId xmlns:a16="http://schemas.microsoft.com/office/drawing/2014/main" id="{E61FCD24-C515-4CE0-8F76-ED33AB0DF48C}"/>
              </a:ext>
            </a:extLst>
          </p:cNvPr>
          <p:cNvSpPr/>
          <p:nvPr userDrawn="1">
            <p:custDataLst>
              <p:tags r:id="rId63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9" r:id="rId3"/>
    <p:sldLayoutId id="2147483678" r:id="rId4"/>
    <p:sldLayoutId id="2147483700" r:id="rId5"/>
    <p:sldLayoutId id="2147483701" r:id="rId6"/>
    <p:sldLayoutId id="2147483702" r:id="rId7"/>
    <p:sldLayoutId id="2147483682" r:id="rId8"/>
    <p:sldLayoutId id="2147483680" r:id="rId9"/>
    <p:sldLayoutId id="2147483724" r:id="rId10"/>
    <p:sldLayoutId id="2147483725" r:id="rId11"/>
    <p:sldLayoutId id="2147483683" r:id="rId12"/>
    <p:sldLayoutId id="2147483684" r:id="rId13"/>
    <p:sldLayoutId id="2147483686" r:id="rId14"/>
    <p:sldLayoutId id="2147483685" r:id="rId15"/>
    <p:sldLayoutId id="2147483687" r:id="rId16"/>
    <p:sldLayoutId id="2147483688" r:id="rId17"/>
    <p:sldLayoutId id="2147483727" r:id="rId18"/>
    <p:sldLayoutId id="2147483691" r:id="rId19"/>
    <p:sldLayoutId id="2147483730" r:id="rId20"/>
    <p:sldLayoutId id="2147483721" r:id="rId21"/>
    <p:sldLayoutId id="2147483692" r:id="rId22"/>
    <p:sldLayoutId id="2147483731" r:id="rId23"/>
    <p:sldLayoutId id="2147483732" r:id="rId24"/>
    <p:sldLayoutId id="2147483717" r:id="rId25"/>
    <p:sldLayoutId id="2147483733" r:id="rId26"/>
    <p:sldLayoutId id="2147483723" r:id="rId27"/>
    <p:sldLayoutId id="2147483722" r:id="rId28"/>
    <p:sldLayoutId id="2147483734" r:id="rId29"/>
    <p:sldLayoutId id="2147483735" r:id="rId30"/>
    <p:sldLayoutId id="2147483737" r:id="rId31"/>
    <p:sldLayoutId id="2147483738" r:id="rId32"/>
    <p:sldLayoutId id="2147483708" r:id="rId33"/>
    <p:sldLayoutId id="2147483719" r:id="rId34"/>
    <p:sldLayoutId id="2147483673" r:id="rId35"/>
    <p:sldLayoutId id="2147483674" r:id="rId36"/>
    <p:sldLayoutId id="2147483675" r:id="rId37"/>
    <p:sldLayoutId id="2147483676" r:id="rId38"/>
    <p:sldLayoutId id="2147483711" r:id="rId39"/>
    <p:sldLayoutId id="2147483710" r:id="rId40"/>
    <p:sldLayoutId id="2147483712" r:id="rId41"/>
    <p:sldLayoutId id="2147483713" r:id="rId42"/>
    <p:sldLayoutId id="2147483714" r:id="rId43"/>
    <p:sldLayoutId id="2147483739" r:id="rId44"/>
    <p:sldLayoutId id="2147483697" r:id="rId45"/>
    <p:sldLayoutId id="2147483694" r:id="rId46"/>
    <p:sldLayoutId id="2147483740" r:id="rId47"/>
    <p:sldLayoutId id="2147483709" r:id="rId48"/>
    <p:sldLayoutId id="2147483698" r:id="rId49"/>
    <p:sldLayoutId id="2147483699" r:id="rId50"/>
    <p:sldLayoutId id="2147483706" r:id="rId51"/>
    <p:sldLayoutId id="2147483703" r:id="rId52"/>
    <p:sldLayoutId id="2147483704" r:id="rId53"/>
    <p:sldLayoutId id="2147483705" r:id="rId54"/>
    <p:sldLayoutId id="2147483728" r:id="rId55"/>
    <p:sldLayoutId id="2147483729" r:id="rId56"/>
    <p:sldLayoutId id="2147483741" r:id="rId5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3456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chemeClr val="tx1"/>
          </a:solidFill>
          <a:latin typeface="Tietoevry Sans 1 Medium" pitchFamily="2" charset="0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rgbClr val="64302F"/>
          </a:solidFill>
          <a:latin typeface="Tietoevry Sans 1 Medium" pitchFamily="2" charset="0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3600" kern="1200">
          <a:solidFill>
            <a:schemeClr val="tx1"/>
          </a:solidFill>
          <a:latin typeface="Tietoevry Sans 1 Thi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79" userDrawn="1">
          <p15:clr>
            <a:srgbClr val="F26B43"/>
          </p15:clr>
        </p15:guide>
        <p15:guide id="2" orient="horz" pos="146" userDrawn="1">
          <p15:clr>
            <a:srgbClr val="F26B43"/>
          </p15:clr>
        </p15:guide>
        <p15:guide id="3" pos="181" userDrawn="1">
          <p15:clr>
            <a:srgbClr val="F26B43"/>
          </p15:clr>
        </p15:guide>
        <p15:guide id="4" orient="horz" pos="872" userDrawn="1">
          <p15:clr>
            <a:srgbClr val="F26B43"/>
          </p15:clr>
        </p15:guide>
        <p15:guide id="5" orient="horz" pos="2913" userDrawn="1">
          <p15:clr>
            <a:srgbClr val="F26B43"/>
          </p15:clr>
        </p15:guide>
        <p15:guide id="7" orient="horz" pos="7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image" Target="../media/image19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tieto-si/360/_workitems/edit/430271" TargetMode="Externa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tieto-si/360/_workitems/edit/433271" TargetMode="Externa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ev.azure.com/tieto-si/360/_workitems/edit/432904" TargetMode="Externa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v.azure.com/tieto-si/360/_workitems/edit/434693" TargetMode="Externa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tieto-si/360/_workitems/edit/430281" TargetMode="Externa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tieto-si/360/_workitems/edit/433356" TargetMode="Externa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tieto-si/360/_workitems/edit/433354" TargetMode="Externa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172629-BEA8-650A-0FB8-067B0009E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noProof="0" dirty="0"/>
              <a:t>Bid related requirements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E25FA09-D7C7-385F-F029-80FFFBA2E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Innovation Board PM session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38AA3-8B97-CAA1-AC94-57A9293DE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261" y="3876859"/>
            <a:ext cx="4104000" cy="36512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2026-08-21</a:t>
            </a:r>
          </a:p>
        </p:txBody>
      </p:sp>
      <p:pic>
        <p:nvPicPr>
          <p:cNvPr id="25" name="Picture Placeholder 24" descr="A person and a child looking at a tablet&#10;&#10;Description automatically generated">
            <a:extLst>
              <a:ext uri="{FF2B5EF4-FFF2-40B4-BE49-F238E27FC236}">
                <a16:creationId xmlns:a16="http://schemas.microsoft.com/office/drawing/2014/main" id="{021F8702-4C41-BD93-54E5-C7412F193A4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2141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3DA3-3803-B00B-C40F-FF3C3126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91C6C46-63F0-39CE-18A6-68B584F2A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Mandatory and critical needs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B7A94FA-AC41-A239-7F7E-36010F7C0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Mixed functionality  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8907AF5-0AD7-BB69-7183-3EFF4C732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261" y="3254708"/>
            <a:ext cx="4104000" cy="365125"/>
          </a:xfrm>
        </p:spPr>
        <p:txBody>
          <a:bodyPr/>
          <a:lstStyle/>
          <a:p>
            <a:r>
              <a:rPr lang="sv-SE" dirty="0"/>
              <a:t>General for multiple customers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5021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F817-DA1E-B226-0FDA-4F767C5C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 related requirements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23E38-F3B3-DD73-F6BF-964E99E12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430271</a:t>
            </a:r>
            <a:r>
              <a:rPr lang="fi-FI" dirty="0"/>
              <a:t>: RFI </a:t>
            </a:r>
            <a:r>
              <a:rPr lang="fi-FI" dirty="0" err="1"/>
              <a:t>requirement</a:t>
            </a:r>
            <a:r>
              <a:rPr lang="fi-FI" dirty="0"/>
              <a:t>: </a:t>
            </a:r>
            <a:r>
              <a:rPr lang="fi-FI" dirty="0" err="1"/>
              <a:t>Enhanced</a:t>
            </a:r>
            <a:r>
              <a:rPr lang="fi-FI" dirty="0"/>
              <a:t> </a:t>
            </a:r>
            <a:r>
              <a:rPr lang="fi-FI" dirty="0" err="1"/>
              <a:t>dispatch</a:t>
            </a:r>
            <a:r>
              <a:rPr lang="fi-FI" dirty="0"/>
              <a:t> feature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Requirements around this are the following:</a:t>
            </a:r>
          </a:p>
          <a:p>
            <a:pPr lvl="1"/>
            <a:r>
              <a:rPr lang="en-US" dirty="0" err="1"/>
              <a:t>Redispatching</a:t>
            </a:r>
            <a:r>
              <a:rPr lang="en-US" dirty="0"/>
              <a:t> should be possible</a:t>
            </a:r>
          </a:p>
          <a:p>
            <a:pPr lvl="2"/>
            <a:r>
              <a:rPr lang="en-US" dirty="0"/>
              <a:t>Existing recipients</a:t>
            </a:r>
          </a:p>
          <a:p>
            <a:pPr lvl="2"/>
            <a:r>
              <a:rPr lang="en-US" dirty="0"/>
              <a:t>Extra recipients</a:t>
            </a:r>
          </a:p>
          <a:p>
            <a:pPr lvl="1"/>
            <a:r>
              <a:rPr lang="en-US" dirty="0"/>
              <a:t>Dispatch logs should identify what was the reason for a failed dispatch.</a:t>
            </a:r>
          </a:p>
          <a:p>
            <a:pPr lvl="1"/>
            <a:r>
              <a:rPr lang="fi-FI" dirty="0"/>
              <a:t>(</a:t>
            </a:r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add</a:t>
            </a:r>
            <a:r>
              <a:rPr lang="fi-FI" dirty="0"/>
              <a:t>/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recipients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dispatch</a:t>
            </a:r>
            <a:r>
              <a:rPr lang="fi-FI" dirty="0"/>
              <a:t> </a:t>
            </a:r>
            <a:r>
              <a:rPr lang="fi-FI" dirty="0" err="1"/>
              <a:t>dialogue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added</a:t>
            </a:r>
            <a:r>
              <a:rPr lang="fi-FI" dirty="0"/>
              <a:t> 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customization</a:t>
            </a:r>
            <a:r>
              <a:rPr lang="fi-FI" dirty="0"/>
              <a:t>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mentioned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5EAF5-4ADD-FEBD-255E-159C80FA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11FAF-1517-3448-8ECD-E039B7AC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859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AC48-3899-062D-A18E-3E7E1546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 requirements: Proposed solution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FA41-2CA9-9DE8-CFC8-DADE34B29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customization which enables the dispatch button and its usage in officially recorded status has been problematic because of several reasons:</a:t>
            </a:r>
          </a:p>
          <a:p>
            <a:pPr lvl="1"/>
            <a:r>
              <a:rPr lang="en-US" dirty="0"/>
              <a:t>Status changes in the dispatch trigger events like the journal date change and a status change</a:t>
            </a:r>
          </a:p>
          <a:p>
            <a:pPr lvl="1"/>
            <a:r>
              <a:rPr lang="en-US" dirty="0"/>
              <a:t>Unclarity in when did people receive their document</a:t>
            </a:r>
          </a:p>
          <a:p>
            <a:pPr lvl="1"/>
            <a:r>
              <a:rPr lang="en-US" dirty="0"/>
              <a:t>The system supports wrong way of working such as correcting the original document file and sending the document again.</a:t>
            </a:r>
          </a:p>
          <a:p>
            <a:r>
              <a:rPr lang="en-US" dirty="0"/>
              <a:t>What should actually happen is that the redispatch function should create a new document under the same case with same metadata (editable) and with new/ old recipients attached to it. This should be as automatic as possible.</a:t>
            </a:r>
          </a:p>
          <a:p>
            <a:r>
              <a:rPr lang="en-US" dirty="0"/>
              <a:t>Currently you can send the document as an email to extra recipients, but it is difficult to use:</a:t>
            </a:r>
          </a:p>
          <a:p>
            <a:pPr lvl="1"/>
            <a:r>
              <a:rPr lang="en-US" dirty="0"/>
              <a:t>Metadata does not get inherited, even the case is not automatically selected</a:t>
            </a:r>
          </a:p>
          <a:p>
            <a:pPr lvl="1"/>
            <a:r>
              <a:rPr lang="en-US" dirty="0"/>
              <a:t>You have to choose on the Outlook dialogue to save the email as a document to 360 separately</a:t>
            </a:r>
          </a:p>
          <a:p>
            <a:pPr lvl="1"/>
            <a:r>
              <a:rPr lang="en-US" dirty="0"/>
              <a:t>The option is under the context menu of the document (hard to find) and the name is oversimplified “Send as an email”</a:t>
            </a:r>
          </a:p>
          <a:p>
            <a:r>
              <a:rPr lang="en-US" dirty="0"/>
              <a:t>The new function could potentially be similar to the email but without the Outlook dialogue and as much default metadata / automation as possible.</a:t>
            </a:r>
          </a:p>
          <a:p>
            <a:r>
              <a:rPr lang="en-US" dirty="0"/>
              <a:t>The dispatch logs should be enhanced so that the reasons for errors should be announced (examples on the </a:t>
            </a:r>
            <a:r>
              <a:rPr lang="en-US" dirty="0" err="1"/>
              <a:t>devops</a:t>
            </a:r>
            <a:r>
              <a:rPr lang="en-US" dirty="0"/>
              <a:t> ticket)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3A1B9-E5AA-9369-C5E3-F6C89FC0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004B5-2B79-A425-15D7-93D16936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51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4B93-22E0-D284-1F9B-D6A962CE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fi-FI" dirty="0"/>
              <a:t>433271 </a:t>
            </a:r>
            <a:r>
              <a:rPr lang="fi-FI" dirty="0" err="1"/>
              <a:t>Mass</a:t>
            </a:r>
            <a:r>
              <a:rPr lang="fi-FI" dirty="0"/>
              <a:t> </a:t>
            </a:r>
            <a:r>
              <a:rPr lang="fi-FI" dirty="0" err="1"/>
              <a:t>functions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F965-31AD-8E36-3AF4-53F40E563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433271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</a:t>
            </a:r>
            <a:r>
              <a:rPr lang="fi-FI" dirty="0" err="1"/>
              <a:t>Mass</a:t>
            </a:r>
            <a:r>
              <a:rPr lang="fi-FI" dirty="0"/>
              <a:t> </a:t>
            </a:r>
            <a:r>
              <a:rPr lang="fi-FI" dirty="0" err="1"/>
              <a:t>functions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documents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brought</a:t>
            </a:r>
            <a:r>
              <a:rPr lang="fi-FI" dirty="0"/>
              <a:t> into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as a </a:t>
            </a:r>
            <a:r>
              <a:rPr lang="fi-FI" dirty="0" err="1"/>
              <a:t>mass</a:t>
            </a:r>
            <a:r>
              <a:rPr lang="fi-FI" dirty="0"/>
              <a:t> </a:t>
            </a:r>
            <a:r>
              <a:rPr lang="fi-FI" dirty="0" err="1"/>
              <a:t>function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given</a:t>
            </a:r>
            <a:r>
              <a:rPr lang="fi-FI" dirty="0"/>
              <a:t> metadata </a:t>
            </a:r>
            <a:r>
              <a:rPr lang="fi-FI" dirty="0" err="1"/>
              <a:t>either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individual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so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metadata is </a:t>
            </a:r>
            <a:r>
              <a:rPr lang="fi-FI" dirty="0" err="1"/>
              <a:t>inherited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to </a:t>
            </a:r>
            <a:r>
              <a:rPr lang="fi-FI" dirty="0" err="1"/>
              <a:t>specifically</a:t>
            </a:r>
            <a:r>
              <a:rPr lang="fi-FI" dirty="0"/>
              <a:t> </a:t>
            </a:r>
            <a:r>
              <a:rPr lang="fi-FI" dirty="0" err="1"/>
              <a:t>defined</a:t>
            </a:r>
            <a:r>
              <a:rPr lang="fi-FI" dirty="0"/>
              <a:t> </a:t>
            </a:r>
            <a:r>
              <a:rPr lang="fi-FI" dirty="0" err="1"/>
              <a:t>documents</a:t>
            </a:r>
            <a:r>
              <a:rPr lang="fi-FI" dirty="0"/>
              <a:t>. (Critical </a:t>
            </a:r>
            <a:r>
              <a:rPr lang="fi-FI" dirty="0" err="1"/>
              <a:t>requirement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can’t</a:t>
            </a:r>
            <a:r>
              <a:rPr lang="fi-FI" dirty="0"/>
              <a:t> </a:t>
            </a:r>
            <a:r>
              <a:rPr lang="fi-FI" dirty="0" err="1"/>
              <a:t>give</a:t>
            </a:r>
            <a:r>
              <a:rPr lang="fi-FI" dirty="0"/>
              <a:t> metadata </a:t>
            </a:r>
            <a:r>
              <a:rPr lang="fi-FI" dirty="0" err="1"/>
              <a:t>individually</a:t>
            </a:r>
            <a:endParaRPr lang="fi-FI" dirty="0"/>
          </a:p>
          <a:p>
            <a:endParaRPr lang="fi-FI" dirty="0"/>
          </a:p>
          <a:p>
            <a:r>
              <a:rPr lang="fi-FI" dirty="0"/>
              <a:t>It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possible</a:t>
            </a:r>
            <a:r>
              <a:rPr lang="fi-FI" dirty="0"/>
              <a:t> to </a:t>
            </a:r>
            <a:r>
              <a:rPr lang="fi-FI" dirty="0" err="1"/>
              <a:t>download</a:t>
            </a:r>
            <a:r>
              <a:rPr lang="fi-FI" dirty="0"/>
              <a:t>/</a:t>
            </a:r>
            <a:r>
              <a:rPr lang="fi-FI" dirty="0" err="1"/>
              <a:t>save</a:t>
            </a:r>
            <a:r>
              <a:rPr lang="fi-FI" dirty="0"/>
              <a:t> </a:t>
            </a:r>
            <a:r>
              <a:rPr lang="fi-FI" dirty="0" err="1"/>
              <a:t>multiple</a:t>
            </a:r>
            <a:r>
              <a:rPr lang="fi-FI" dirty="0"/>
              <a:t> </a:t>
            </a:r>
            <a:r>
              <a:rPr lang="fi-FI" dirty="0" err="1"/>
              <a:t>documents</a:t>
            </a:r>
            <a:r>
              <a:rPr lang="fi-FI" dirty="0"/>
              <a:t> (</a:t>
            </a:r>
            <a:r>
              <a:rPr lang="fi-FI" dirty="0" err="1"/>
              <a:t>read</a:t>
            </a:r>
            <a:r>
              <a:rPr lang="fi-FI" dirty="0"/>
              <a:t>: </a:t>
            </a:r>
            <a:r>
              <a:rPr lang="fi-FI" dirty="0" err="1"/>
              <a:t>files</a:t>
            </a:r>
            <a:r>
              <a:rPr lang="fi-FI" dirty="0"/>
              <a:t>) to a </a:t>
            </a:r>
            <a:r>
              <a:rPr lang="fi-FI" dirty="0" err="1"/>
              <a:t>location</a:t>
            </a:r>
            <a:r>
              <a:rPr lang="fi-FI" dirty="0"/>
              <a:t> outside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(</a:t>
            </a:r>
            <a:r>
              <a:rPr lang="fi-FI" dirty="0" err="1"/>
              <a:t>such</a:t>
            </a:r>
            <a:r>
              <a:rPr lang="fi-FI" dirty="0"/>
              <a:t> as </a:t>
            </a:r>
            <a:r>
              <a:rPr lang="fi-FI" dirty="0" err="1"/>
              <a:t>network</a:t>
            </a:r>
            <a:r>
              <a:rPr lang="fi-FI" dirty="0"/>
              <a:t> </a:t>
            </a:r>
            <a:r>
              <a:rPr lang="fi-FI" dirty="0" err="1"/>
              <a:t>drive</a:t>
            </a:r>
            <a:r>
              <a:rPr lang="fi-FI" dirty="0"/>
              <a:t>) on a </a:t>
            </a:r>
            <a:r>
              <a:rPr lang="fi-FI" dirty="0" err="1"/>
              <a:t>same</a:t>
            </a:r>
            <a:r>
              <a:rPr lang="fi-FI" dirty="0"/>
              <a:t> go. (</a:t>
            </a:r>
            <a:r>
              <a:rPr lang="fi-FI" dirty="0" err="1"/>
              <a:t>primary</a:t>
            </a:r>
            <a:r>
              <a:rPr lang="fi-FI" dirty="0"/>
              <a:t> </a:t>
            </a:r>
            <a:r>
              <a:rPr lang="fi-FI" dirty="0" err="1"/>
              <a:t>requirement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download</a:t>
            </a:r>
            <a:r>
              <a:rPr lang="fi-FI" dirty="0"/>
              <a:t> </a:t>
            </a:r>
            <a:r>
              <a:rPr lang="fi-FI" dirty="0" err="1"/>
              <a:t>files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at a </a:t>
            </a:r>
            <a:r>
              <a:rPr lang="fi-FI" dirty="0" err="1"/>
              <a:t>time</a:t>
            </a:r>
            <a:r>
              <a:rPr lang="fi-FI" dirty="0"/>
              <a:t>. </a:t>
            </a:r>
            <a:r>
              <a:rPr lang="fi-FI" dirty="0" err="1"/>
              <a:t>Proposal</a:t>
            </a:r>
            <a:r>
              <a:rPr lang="fi-FI" dirty="0"/>
              <a:t>: Extension to ”</a:t>
            </a:r>
            <a:r>
              <a:rPr lang="fi-FI" dirty="0" err="1"/>
              <a:t>Send</a:t>
            </a:r>
            <a:r>
              <a:rPr lang="fi-FI" dirty="0"/>
              <a:t> to” –feature, e.g. </a:t>
            </a:r>
            <a:r>
              <a:rPr lang="fi-FI" dirty="0" err="1"/>
              <a:t>send</a:t>
            </a:r>
            <a:r>
              <a:rPr lang="fi-FI" dirty="0"/>
              <a:t> to </a:t>
            </a:r>
            <a:r>
              <a:rPr lang="fi-FI" dirty="0" err="1"/>
              <a:t>zip</a:t>
            </a:r>
            <a:r>
              <a:rPr lang="fi-FI" dirty="0"/>
              <a:t>. </a:t>
            </a:r>
          </a:p>
          <a:p>
            <a:endParaRPr lang="fi-FI" dirty="0"/>
          </a:p>
          <a:p>
            <a:r>
              <a:rPr lang="fi-FI" dirty="0"/>
              <a:t>It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possible</a:t>
            </a:r>
            <a:r>
              <a:rPr lang="fi-FI" dirty="0"/>
              <a:t> to </a:t>
            </a:r>
            <a:r>
              <a:rPr lang="fi-FI" dirty="0" err="1"/>
              <a:t>mass</a:t>
            </a:r>
            <a:r>
              <a:rPr lang="fi-FI" dirty="0"/>
              <a:t> </a:t>
            </a:r>
            <a:r>
              <a:rPr lang="fi-FI" dirty="0" err="1"/>
              <a:t>edit</a:t>
            </a:r>
            <a:r>
              <a:rPr lang="fi-FI" dirty="0"/>
              <a:t> metadata </a:t>
            </a:r>
            <a:r>
              <a:rPr lang="fi-FI" dirty="0" err="1"/>
              <a:t>within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limits</a:t>
            </a:r>
            <a:r>
              <a:rPr lang="fi-FI" dirty="0"/>
              <a:t> of </a:t>
            </a:r>
            <a:r>
              <a:rPr lang="fi-FI" dirty="0" err="1"/>
              <a:t>permissions</a:t>
            </a:r>
            <a:r>
              <a:rPr lang="fi-FI" dirty="0"/>
              <a:t>. </a:t>
            </a:r>
            <a:r>
              <a:rPr lang="fi-FI" b="1" dirty="0"/>
              <a:t>(</a:t>
            </a:r>
            <a:r>
              <a:rPr lang="fi-FI" b="1" dirty="0" err="1"/>
              <a:t>Mandatory</a:t>
            </a:r>
            <a:r>
              <a:rPr lang="fi-FI" b="1" dirty="0"/>
              <a:t> </a:t>
            </a:r>
            <a:r>
              <a:rPr lang="fi-FI" b="1" dirty="0" err="1"/>
              <a:t>requirement</a:t>
            </a:r>
            <a:r>
              <a:rPr lang="fi-FI" b="1" dirty="0"/>
              <a:t>)</a:t>
            </a:r>
          </a:p>
          <a:p>
            <a:pPr lvl="1"/>
            <a:r>
              <a:rPr lang="fi-FI" dirty="0" err="1"/>
              <a:t>Currenlty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possibilities</a:t>
            </a:r>
            <a:r>
              <a:rPr lang="fi-FI" dirty="0"/>
              <a:t> for </a:t>
            </a:r>
            <a:r>
              <a:rPr lang="fi-FI" dirty="0" err="1"/>
              <a:t>mass</a:t>
            </a:r>
            <a:r>
              <a:rPr lang="fi-FI" dirty="0"/>
              <a:t>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very</a:t>
            </a:r>
            <a:r>
              <a:rPr lang="fi-FI" dirty="0"/>
              <a:t> </a:t>
            </a:r>
            <a:r>
              <a:rPr lang="fi-FI" dirty="0" err="1"/>
              <a:t>limited</a:t>
            </a:r>
            <a:r>
              <a:rPr lang="fi-FI" dirty="0"/>
              <a:t>. </a:t>
            </a:r>
          </a:p>
          <a:p>
            <a:pPr lvl="1"/>
            <a:endParaRPr lang="fi-FI" dirty="0"/>
          </a:p>
          <a:p>
            <a:r>
              <a:rPr lang="fi-FI" dirty="0"/>
              <a:t>It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possible</a:t>
            </a:r>
            <a:r>
              <a:rPr lang="fi-FI" dirty="0"/>
              <a:t> to </a:t>
            </a:r>
            <a:r>
              <a:rPr lang="fi-FI" dirty="0" err="1"/>
              <a:t>delete</a:t>
            </a:r>
            <a:r>
              <a:rPr lang="fi-FI" dirty="0"/>
              <a:t>/</a:t>
            </a:r>
            <a:r>
              <a:rPr lang="fi-FI" dirty="0" err="1"/>
              <a:t>remove</a:t>
            </a:r>
            <a:r>
              <a:rPr lang="fi-FI" dirty="0"/>
              <a:t> </a:t>
            </a:r>
            <a:r>
              <a:rPr lang="fi-FI" dirty="0" err="1"/>
              <a:t>several</a:t>
            </a:r>
            <a:r>
              <a:rPr lang="fi-FI" dirty="0"/>
              <a:t> </a:t>
            </a:r>
            <a:r>
              <a:rPr lang="fi-FI" dirty="0" err="1"/>
              <a:t>activities</a:t>
            </a:r>
            <a:r>
              <a:rPr lang="fi-FI" dirty="0"/>
              <a:t> on </a:t>
            </a:r>
            <a:r>
              <a:rPr lang="fi-FI" dirty="0" err="1"/>
              <a:t>one</a:t>
            </a:r>
            <a:r>
              <a:rPr lang="fi-FI" dirty="0"/>
              <a:t> go (Critical </a:t>
            </a:r>
            <a:r>
              <a:rPr lang="fi-FI" dirty="0" err="1"/>
              <a:t>need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delete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at a </a:t>
            </a:r>
            <a:r>
              <a:rPr lang="fi-FI" dirty="0" err="1"/>
              <a:t>time</a:t>
            </a:r>
            <a:r>
              <a:rPr lang="fi-FI" dirty="0"/>
              <a:t>.</a:t>
            </a:r>
          </a:p>
          <a:p>
            <a:endParaRPr lang="fi-FI" dirty="0"/>
          </a:p>
          <a:p>
            <a:endParaRPr lang="fi-FI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9C8F5-E3B3-E4B3-7D59-8A654E32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2A6D9-74A8-E341-2B22-FE6D607F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23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7E58-6066-FBA1-73C1-3098072B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E-mail notification enhancements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7B040-FD3A-5D5C-3AA8-C1D4C6674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384301"/>
            <a:ext cx="3099323" cy="3240088"/>
          </a:xfrm>
        </p:spPr>
        <p:txBody>
          <a:bodyPr/>
          <a:lstStyle/>
          <a:p>
            <a:r>
              <a:rPr lang="fi-FI" u="sng" dirty="0">
                <a:hlinkClick r:id="rId2"/>
              </a:rPr>
              <a:t>F</a:t>
            </a:r>
            <a:r>
              <a:rPr lang="fi-FI" u="sng" dirty="0">
                <a:hlinkClick r:id="rId2"/>
              </a:rPr>
              <a:t>eature 432904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</a:t>
            </a:r>
            <a:r>
              <a:rPr lang="fi-FI" dirty="0" err="1"/>
              <a:t>Enhanced</a:t>
            </a:r>
            <a:r>
              <a:rPr lang="fi-FI" dirty="0"/>
              <a:t> </a:t>
            </a:r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modify</a:t>
            </a:r>
            <a:r>
              <a:rPr lang="fi-FI" dirty="0"/>
              <a:t> </a:t>
            </a:r>
            <a:r>
              <a:rPr lang="fi-FI" dirty="0" err="1"/>
              <a:t>email</a:t>
            </a:r>
            <a:r>
              <a:rPr lang="fi-FI" dirty="0"/>
              <a:t> </a:t>
            </a:r>
            <a:r>
              <a:rPr lang="fi-FI" dirty="0" err="1"/>
              <a:t>notifications</a:t>
            </a:r>
            <a:endParaRPr lang="fi-FI" dirty="0"/>
          </a:p>
          <a:p>
            <a:endParaRPr lang="fi-FI" dirty="0"/>
          </a:p>
          <a:p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add</a:t>
            </a:r>
            <a:r>
              <a:rPr lang="fi-FI" dirty="0"/>
              <a:t> metadata info on </a:t>
            </a:r>
            <a:r>
              <a:rPr lang="fi-FI" dirty="0" err="1"/>
              <a:t>cases</a:t>
            </a:r>
            <a:r>
              <a:rPr lang="fi-FI" dirty="0"/>
              <a:t> and </a:t>
            </a:r>
            <a:r>
              <a:rPr lang="fi-FI" dirty="0" err="1"/>
              <a:t>documents</a:t>
            </a:r>
            <a:r>
              <a:rPr lang="fi-FI" dirty="0"/>
              <a:t> 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dispatch</a:t>
            </a:r>
            <a:r>
              <a:rPr lang="fi-FI" dirty="0"/>
              <a:t> and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notifications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admin</a:t>
            </a:r>
          </a:p>
          <a:p>
            <a:r>
              <a:rPr lang="fi-FI" dirty="0" err="1"/>
              <a:t>Especially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security</a:t>
            </a:r>
            <a:r>
              <a:rPr lang="fi-FI" dirty="0"/>
              <a:t> </a:t>
            </a:r>
            <a:r>
              <a:rPr lang="fi-FI" dirty="0" err="1"/>
              <a:t>class</a:t>
            </a:r>
            <a:r>
              <a:rPr lang="fi-FI" dirty="0"/>
              <a:t> and </a:t>
            </a:r>
            <a:r>
              <a:rPr lang="fi-FI" dirty="0" err="1"/>
              <a:t>the</a:t>
            </a:r>
            <a:r>
              <a:rPr lang="fi-FI" dirty="0"/>
              <a:t> case </a:t>
            </a:r>
            <a:r>
              <a:rPr lang="fi-FI" dirty="0" err="1"/>
              <a:t>title</a:t>
            </a:r>
            <a:r>
              <a:rPr lang="fi-FI" dirty="0"/>
              <a:t> and ID </a:t>
            </a:r>
            <a:r>
              <a:rPr lang="fi-FI" dirty="0" err="1"/>
              <a:t>have</a:t>
            </a:r>
            <a:r>
              <a:rPr lang="fi-FI" dirty="0"/>
              <a:t> 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mentioned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proposal</a:t>
            </a:r>
            <a:r>
              <a:rPr lang="fi-FI" dirty="0"/>
              <a:t>: Extension to </a:t>
            </a:r>
            <a:r>
              <a:rPr lang="fi-FI" dirty="0" err="1"/>
              <a:t>current</a:t>
            </a:r>
            <a:r>
              <a:rPr lang="fi-FI" dirty="0"/>
              <a:t> </a:t>
            </a:r>
            <a:r>
              <a:rPr lang="fi-FI" dirty="0" err="1"/>
              <a:t>functionalities</a:t>
            </a:r>
            <a:r>
              <a:rPr lang="fi-FI" dirty="0"/>
              <a:t> in </a:t>
            </a:r>
            <a:r>
              <a:rPr lang="fi-FI" dirty="0" err="1"/>
              <a:t>such</a:t>
            </a:r>
            <a:r>
              <a:rPr lang="fi-FI" dirty="0"/>
              <a:t> a </a:t>
            </a:r>
            <a:r>
              <a:rPr lang="fi-FI" dirty="0" err="1"/>
              <a:t>way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program</a:t>
            </a:r>
            <a:r>
              <a:rPr lang="fi-FI" dirty="0"/>
              <a:t> </a:t>
            </a:r>
            <a:r>
              <a:rPr lang="fi-FI" dirty="0" err="1"/>
              <a:t>any</a:t>
            </a:r>
            <a:r>
              <a:rPr lang="fi-FI" dirty="0"/>
              <a:t> metadata </a:t>
            </a:r>
            <a:r>
              <a:rPr lang="fi-FI" dirty="0" err="1"/>
              <a:t>field</a:t>
            </a:r>
            <a:r>
              <a:rPr lang="fi-FI" dirty="0"/>
              <a:t> (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custom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) to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included</a:t>
            </a:r>
            <a:r>
              <a:rPr lang="fi-FI" dirty="0"/>
              <a:t> into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email</a:t>
            </a:r>
            <a:r>
              <a:rPr lang="fi-FI" dirty="0"/>
              <a:t> </a:t>
            </a:r>
            <a:r>
              <a:rPr lang="fi-FI" dirty="0" err="1"/>
              <a:t>notification</a:t>
            </a:r>
            <a:r>
              <a:rPr lang="fi-FI" dirty="0"/>
              <a:t> </a:t>
            </a:r>
            <a:r>
              <a:rPr lang="fi-FI" dirty="0" err="1"/>
              <a:t>subject</a:t>
            </a:r>
            <a:r>
              <a:rPr lang="fi-FI" dirty="0"/>
              <a:t> and </a:t>
            </a:r>
            <a:r>
              <a:rPr lang="fi-FI" dirty="0" err="1"/>
              <a:t>body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.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C810A-69E2-3B70-C1C1-F0D1AC09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F8356-46E3-7E7A-DB8F-796C9165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CC0F4-97F8-5DCF-33B8-63BA0EC7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7" r="3085"/>
          <a:stretch>
            <a:fillRect/>
          </a:stretch>
        </p:blipFill>
        <p:spPr>
          <a:xfrm>
            <a:off x="3386661" y="1039796"/>
            <a:ext cx="5569214" cy="306390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A6B835F-F2F7-318B-1420-26B9AF8E00CC}"/>
              </a:ext>
            </a:extLst>
          </p:cNvPr>
          <p:cNvSpPr/>
          <p:nvPr/>
        </p:nvSpPr>
        <p:spPr>
          <a:xfrm>
            <a:off x="6354147" y="3004345"/>
            <a:ext cx="2295331" cy="32305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100" dirty="0" err="1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E80CA8-268E-7B4C-F081-8345EF754D93}"/>
              </a:ext>
            </a:extLst>
          </p:cNvPr>
          <p:cNvSpPr/>
          <p:nvPr/>
        </p:nvSpPr>
        <p:spPr>
          <a:xfrm>
            <a:off x="3722738" y="2681290"/>
            <a:ext cx="2631409" cy="87471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100" dirty="0" err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40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3539-89A8-E3CD-2B0E-70B21DDA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enhancements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979D-2592-1F47-0C1F-0DA2B421C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434693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</a:t>
            </a:r>
            <a:r>
              <a:rPr lang="fi-FI" dirty="0" err="1"/>
              <a:t>Search</a:t>
            </a:r>
            <a:r>
              <a:rPr lang="fi-FI" dirty="0"/>
              <a:t> </a:t>
            </a:r>
            <a:r>
              <a:rPr lang="fi-FI" dirty="0" err="1"/>
              <a:t>enhancements</a:t>
            </a:r>
            <a:r>
              <a:rPr lang="fi-FI" dirty="0"/>
              <a:t>,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wild</a:t>
            </a:r>
            <a:r>
              <a:rPr lang="fi-FI" dirty="0"/>
              <a:t> </a:t>
            </a:r>
            <a:r>
              <a:rPr lang="fi-FI" dirty="0" err="1"/>
              <a:t>card</a:t>
            </a:r>
            <a:r>
              <a:rPr lang="fi-FI" dirty="0"/>
              <a:t>, </a:t>
            </a:r>
            <a:r>
              <a:rPr lang="fi-FI" dirty="0" err="1"/>
              <a:t>flexible</a:t>
            </a:r>
            <a:r>
              <a:rPr lang="fi-FI" dirty="0"/>
              <a:t> </a:t>
            </a:r>
            <a:r>
              <a:rPr lang="fi-FI" dirty="0" err="1"/>
              <a:t>sharing</a:t>
            </a:r>
            <a:endParaRPr lang="fi-FI" dirty="0"/>
          </a:p>
          <a:p>
            <a:endParaRPr lang="fi-FI" dirty="0"/>
          </a:p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</a:t>
            </a:r>
            <a:r>
              <a:rPr lang="fi-FI" dirty="0" err="1"/>
              <a:t>around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:</a:t>
            </a:r>
          </a:p>
          <a:p>
            <a:pPr lvl="1"/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wild</a:t>
            </a:r>
            <a:r>
              <a:rPr lang="fi-FI" dirty="0"/>
              <a:t> </a:t>
            </a:r>
            <a:r>
              <a:rPr lang="fi-FI" dirty="0" err="1"/>
              <a:t>card</a:t>
            </a:r>
            <a:r>
              <a:rPr lang="fi-FI" dirty="0"/>
              <a:t> in </a:t>
            </a:r>
            <a:r>
              <a:rPr lang="fi-FI" dirty="0" err="1"/>
              <a:t>use</a:t>
            </a:r>
            <a:r>
              <a:rPr lang="fi-FI" dirty="0"/>
              <a:t> for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search</a:t>
            </a:r>
            <a:r>
              <a:rPr lang="fi-FI" dirty="0"/>
              <a:t> options. (</a:t>
            </a:r>
            <a:r>
              <a:rPr lang="fi-FI" dirty="0" err="1"/>
              <a:t>Primary</a:t>
            </a:r>
            <a:r>
              <a:rPr lang="fi-FI" dirty="0"/>
              <a:t>) </a:t>
            </a:r>
          </a:p>
          <a:p>
            <a:pPr lvl="2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both</a:t>
            </a:r>
            <a:r>
              <a:rPr lang="fi-FI" dirty="0"/>
              <a:t> ”%” and ”*”</a:t>
            </a:r>
          </a:p>
          <a:p>
            <a:pPr lvl="1"/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share</a:t>
            </a:r>
            <a:r>
              <a:rPr lang="fi-FI" dirty="0"/>
              <a:t> a </a:t>
            </a:r>
            <a:r>
              <a:rPr lang="fi-FI" dirty="0" err="1"/>
              <a:t>saved</a:t>
            </a:r>
            <a:r>
              <a:rPr lang="fi-FI" dirty="0"/>
              <a:t> </a:t>
            </a:r>
            <a:r>
              <a:rPr lang="fi-FI" dirty="0" err="1"/>
              <a:t>search</a:t>
            </a:r>
            <a:r>
              <a:rPr lang="fi-FI" dirty="0"/>
              <a:t> for an </a:t>
            </a:r>
            <a:r>
              <a:rPr lang="fi-FI" dirty="0" err="1"/>
              <a:t>individual</a:t>
            </a:r>
            <a:r>
              <a:rPr lang="fi-FI" dirty="0"/>
              <a:t> </a:t>
            </a:r>
            <a:r>
              <a:rPr lang="fi-FI" dirty="0" err="1"/>
              <a:t>users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a </a:t>
            </a:r>
            <a:r>
              <a:rPr lang="fi-FI" dirty="0" err="1"/>
              <a:t>groups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roles</a:t>
            </a:r>
            <a:r>
              <a:rPr lang="fi-FI" dirty="0"/>
              <a:t> (Critical)</a:t>
            </a:r>
          </a:p>
          <a:p>
            <a:pPr lvl="2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share</a:t>
            </a:r>
            <a:r>
              <a:rPr lang="fi-FI" dirty="0"/>
              <a:t> a </a:t>
            </a:r>
            <a:r>
              <a:rPr lang="fi-FI" dirty="0" err="1"/>
              <a:t>search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users</a:t>
            </a:r>
            <a:r>
              <a:rPr lang="fi-FI" dirty="0"/>
              <a:t> </a:t>
            </a:r>
            <a:r>
              <a:rPr lang="fi-FI" dirty="0" err="1"/>
              <a:t>within</a:t>
            </a:r>
            <a:r>
              <a:rPr lang="fi-FI" dirty="0"/>
              <a:t>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organization</a:t>
            </a:r>
            <a:r>
              <a:rPr lang="fi-FI" dirty="0"/>
              <a:t>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subunits</a:t>
            </a:r>
            <a:r>
              <a:rPr lang="fi-FI" dirty="0"/>
              <a:t> </a:t>
            </a:r>
            <a:r>
              <a:rPr lang="fi-FI" dirty="0" err="1"/>
              <a:t>even</a:t>
            </a:r>
            <a:r>
              <a:rPr lang="fi-FI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3367F-5916-EECB-943B-940BD954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8F3C8-35F0-B7B1-7E44-BAE4D0E1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7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C273E-59A5-459D-2784-A48406BF0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833" y="2907415"/>
            <a:ext cx="5433421" cy="41444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6FDBAB3-D544-95BB-98C2-1C41E886F347}"/>
              </a:ext>
            </a:extLst>
          </p:cNvPr>
          <p:cNvSpPr/>
          <p:nvPr/>
        </p:nvSpPr>
        <p:spPr>
          <a:xfrm>
            <a:off x="4690533" y="2907414"/>
            <a:ext cx="651934" cy="352253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100" dirty="0" err="1">
              <a:solidFill>
                <a:schemeClr val="accent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C9A032-5F29-0167-B12E-02395B103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66" y="2851804"/>
            <a:ext cx="3743517" cy="190509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E97268-A9B5-1D83-3241-149AF9A036D8}"/>
              </a:ext>
            </a:extLst>
          </p:cNvPr>
          <p:cNvSpPr/>
          <p:nvPr/>
        </p:nvSpPr>
        <p:spPr>
          <a:xfrm>
            <a:off x="961352" y="3920067"/>
            <a:ext cx="651934" cy="245533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100" dirty="0" err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65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798E-FD93-7FD0-02EC-860F9C7C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/ database enhancements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AFF9D-E2C7-3810-F5E5-0A49C179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430281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Metadata </a:t>
            </a:r>
            <a:r>
              <a:rPr lang="fi-FI" dirty="0" err="1"/>
              <a:t>related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(</a:t>
            </a:r>
            <a:r>
              <a:rPr lang="fi-FI" dirty="0" err="1"/>
              <a:t>language</a:t>
            </a:r>
            <a:r>
              <a:rPr lang="fi-FI" dirty="0"/>
              <a:t>, </a:t>
            </a:r>
            <a:r>
              <a:rPr lang="fi-FI" dirty="0" err="1"/>
              <a:t>length</a:t>
            </a:r>
            <a:r>
              <a:rPr lang="fi-FI" dirty="0"/>
              <a:t>, </a:t>
            </a:r>
            <a:r>
              <a:rPr lang="fi-FI" dirty="0" err="1"/>
              <a:t>inheritance</a:t>
            </a:r>
            <a:r>
              <a:rPr lang="fi-FI" dirty="0"/>
              <a:t>, </a:t>
            </a:r>
            <a:r>
              <a:rPr lang="fi-FI" dirty="0" err="1"/>
              <a:t>information</a:t>
            </a:r>
            <a:r>
              <a:rPr lang="fi-FI" dirty="0"/>
              <a:t> </a:t>
            </a:r>
            <a:r>
              <a:rPr lang="fi-FI" dirty="0" err="1"/>
              <a:t>security</a:t>
            </a:r>
            <a:r>
              <a:rPr lang="fi-FI" dirty="0"/>
              <a:t>)</a:t>
            </a:r>
          </a:p>
          <a:p>
            <a:endParaRPr lang="fi-FI" dirty="0"/>
          </a:p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related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</a:t>
            </a:r>
            <a:r>
              <a:rPr lang="fi-FI" dirty="0" err="1"/>
              <a:t>around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Full </a:t>
            </a:r>
            <a:r>
              <a:rPr lang="fi-FI" dirty="0" err="1"/>
              <a:t>language</a:t>
            </a:r>
            <a:r>
              <a:rPr lang="fi-FI" dirty="0"/>
              <a:t> support for </a:t>
            </a:r>
            <a:r>
              <a:rPr lang="fi-FI" dirty="0" err="1"/>
              <a:t>all</a:t>
            </a:r>
            <a:r>
              <a:rPr lang="fi-FI" dirty="0"/>
              <a:t> metadata </a:t>
            </a:r>
            <a:r>
              <a:rPr lang="fi-FI" dirty="0" err="1"/>
              <a:t>fields</a:t>
            </a:r>
            <a:r>
              <a:rPr lang="fi-FI" dirty="0"/>
              <a:t> (</a:t>
            </a:r>
            <a:r>
              <a:rPr lang="fi-FI" dirty="0" err="1"/>
              <a:t>Finnish</a:t>
            </a:r>
            <a:r>
              <a:rPr lang="fi-FI" dirty="0"/>
              <a:t>, </a:t>
            </a:r>
            <a:r>
              <a:rPr lang="fi-FI" dirty="0" err="1"/>
              <a:t>Swedish</a:t>
            </a:r>
            <a:r>
              <a:rPr lang="fi-FI" dirty="0"/>
              <a:t>, English)</a:t>
            </a:r>
          </a:p>
          <a:p>
            <a:pPr lvl="2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some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standard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language</a:t>
            </a:r>
            <a:r>
              <a:rPr lang="fi-FI" dirty="0"/>
              <a:t> support.</a:t>
            </a:r>
          </a:p>
          <a:p>
            <a:pPr lvl="2"/>
            <a:r>
              <a:rPr lang="fi-FI" dirty="0" err="1"/>
              <a:t>Proposal</a:t>
            </a:r>
            <a:r>
              <a:rPr lang="fi-FI" dirty="0"/>
              <a:t>: </a:t>
            </a:r>
          </a:p>
          <a:p>
            <a:pPr marL="574200" lvl="2" indent="-228600">
              <a:buAutoNum type="arabicPeriod"/>
            </a:pPr>
            <a:r>
              <a:rPr lang="fi-FI" dirty="0" err="1"/>
              <a:t>Add</a:t>
            </a:r>
            <a:r>
              <a:rPr lang="fi-FI" dirty="0"/>
              <a:t> </a:t>
            </a:r>
            <a:r>
              <a:rPr lang="fi-FI" dirty="0" err="1"/>
              <a:t>possibility</a:t>
            </a:r>
            <a:r>
              <a:rPr lang="fi-FI" dirty="0"/>
              <a:t> to </a:t>
            </a:r>
            <a:r>
              <a:rPr lang="fi-FI" dirty="0" err="1"/>
              <a:t>add</a:t>
            </a:r>
            <a:r>
              <a:rPr lang="fi-FI" dirty="0"/>
              <a:t> </a:t>
            </a:r>
            <a:r>
              <a:rPr lang="fi-FI" dirty="0" err="1"/>
              <a:t>language</a:t>
            </a:r>
            <a:r>
              <a:rPr lang="fi-FI" dirty="0"/>
              <a:t> version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custom</a:t>
            </a:r>
            <a:r>
              <a:rPr lang="fi-FI" dirty="0"/>
              <a:t> metadata </a:t>
            </a:r>
            <a:r>
              <a:rPr lang="fi-FI" dirty="0" err="1"/>
              <a:t>field</a:t>
            </a:r>
            <a:r>
              <a:rPr lang="fi-FI" dirty="0"/>
              <a:t> </a:t>
            </a:r>
            <a:r>
              <a:rPr lang="fi-FI" dirty="0" err="1"/>
              <a:t>creation</a:t>
            </a:r>
            <a:r>
              <a:rPr lang="fi-FI" dirty="0"/>
              <a:t>/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dialogue</a:t>
            </a:r>
            <a:endParaRPr lang="fi-FI" dirty="0"/>
          </a:p>
          <a:p>
            <a:pPr marL="574200" lvl="2" indent="-228600">
              <a:buAutoNum type="arabicPeriod"/>
            </a:pPr>
            <a:r>
              <a:rPr lang="fi-FI" dirty="0" err="1"/>
              <a:t>Check</a:t>
            </a:r>
            <a:r>
              <a:rPr lang="fi-FI" dirty="0"/>
              <a:t>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current</a:t>
            </a:r>
            <a:r>
              <a:rPr lang="fi-FI" dirty="0"/>
              <a:t> </a:t>
            </a:r>
            <a:r>
              <a:rPr lang="fi-FI" dirty="0" err="1"/>
              <a:t>standard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 and </a:t>
            </a:r>
            <a:r>
              <a:rPr lang="fi-FI" dirty="0" err="1"/>
              <a:t>add</a:t>
            </a:r>
            <a:r>
              <a:rPr lang="fi-FI" dirty="0"/>
              <a:t> </a:t>
            </a:r>
            <a:r>
              <a:rPr lang="fi-FI" dirty="0" err="1"/>
              <a:t>their</a:t>
            </a:r>
            <a:r>
              <a:rPr lang="fi-FI" dirty="0"/>
              <a:t> </a:t>
            </a:r>
            <a:r>
              <a:rPr lang="fi-FI" dirty="0" err="1"/>
              <a:t>code</a:t>
            </a:r>
            <a:r>
              <a:rPr lang="fi-FI" dirty="0"/>
              <a:t> </a:t>
            </a:r>
            <a:r>
              <a:rPr lang="fi-FI" dirty="0" err="1"/>
              <a:t>tables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option to </a:t>
            </a:r>
            <a:r>
              <a:rPr lang="fi-FI" dirty="0" err="1"/>
              <a:t>add</a:t>
            </a:r>
            <a:r>
              <a:rPr lang="fi-FI" dirty="0"/>
              <a:t> </a:t>
            </a:r>
            <a:r>
              <a:rPr lang="fi-FI" dirty="0" err="1"/>
              <a:t>language</a:t>
            </a:r>
            <a:r>
              <a:rPr lang="fi-FI" dirty="0"/>
              <a:t> </a:t>
            </a:r>
            <a:r>
              <a:rPr lang="fi-FI" dirty="0" err="1"/>
              <a:t>versions</a:t>
            </a:r>
            <a:r>
              <a:rPr lang="fi-FI" dirty="0"/>
              <a:t> </a:t>
            </a:r>
          </a:p>
          <a:p>
            <a:pPr marL="574200" lvl="2" indent="-228600">
              <a:buAutoNum type="arabicPeriod"/>
            </a:pPr>
            <a:r>
              <a:rPr lang="fi-FI" dirty="0"/>
              <a:t>(</a:t>
            </a:r>
            <a:r>
              <a:rPr lang="fi-FI" dirty="0" err="1"/>
              <a:t>Documents</a:t>
            </a:r>
            <a:r>
              <a:rPr lang="fi-FI" dirty="0"/>
              <a:t> </a:t>
            </a:r>
            <a:r>
              <a:rPr lang="fi-FI" dirty="0" err="1"/>
              <a:t>created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Template</a:t>
            </a:r>
            <a:r>
              <a:rPr lang="fi-FI" dirty="0"/>
              <a:t> Designer –</a:t>
            </a:r>
            <a:r>
              <a:rPr lang="fi-FI" dirty="0" err="1"/>
              <a:t>based</a:t>
            </a:r>
            <a:r>
              <a:rPr lang="fi-FI" dirty="0"/>
              <a:t> </a:t>
            </a:r>
            <a:r>
              <a:rPr lang="fi-FI" dirty="0" err="1"/>
              <a:t>templates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automatically</a:t>
            </a:r>
            <a:r>
              <a:rPr lang="fi-FI" dirty="0"/>
              <a:t> </a:t>
            </a:r>
            <a:r>
              <a:rPr lang="fi-FI" dirty="0" err="1"/>
              <a:t>reflect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language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define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length</a:t>
            </a:r>
            <a:r>
              <a:rPr lang="fi-FI" dirty="0"/>
              <a:t> of </a:t>
            </a:r>
            <a:r>
              <a:rPr lang="fi-FI" dirty="0" err="1"/>
              <a:t>certain</a:t>
            </a:r>
            <a:r>
              <a:rPr lang="fi-FI" dirty="0"/>
              <a:t> metadata </a:t>
            </a:r>
            <a:r>
              <a:rPr lang="fi-FI" dirty="0" err="1"/>
              <a:t>fields</a:t>
            </a:r>
            <a:r>
              <a:rPr lang="fi-FI" dirty="0"/>
              <a:t> (</a:t>
            </a:r>
            <a:r>
              <a:rPr lang="fi-FI" dirty="0" err="1"/>
              <a:t>incl</a:t>
            </a:r>
            <a:r>
              <a:rPr lang="fi-FI" dirty="0"/>
              <a:t>. </a:t>
            </a:r>
            <a:r>
              <a:rPr lang="fi-FI" dirty="0" err="1"/>
              <a:t>standard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 e.g. </a:t>
            </a:r>
            <a:r>
              <a:rPr lang="fi-FI" dirty="0" err="1"/>
              <a:t>title</a:t>
            </a:r>
            <a:r>
              <a:rPr lang="fi-FI" dirty="0"/>
              <a:t>)</a:t>
            </a:r>
          </a:p>
          <a:p>
            <a:pPr lvl="2"/>
            <a:r>
              <a:rPr lang="fi-FI" dirty="0" err="1"/>
              <a:t>Titles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very</a:t>
            </a:r>
            <a:r>
              <a:rPr lang="fi-FI" dirty="0"/>
              <a:t> long for </a:t>
            </a: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current</a:t>
            </a:r>
            <a:r>
              <a:rPr lang="fi-FI" dirty="0"/>
              <a:t> </a:t>
            </a:r>
            <a:r>
              <a:rPr lang="fi-FI" dirty="0" err="1"/>
              <a:t>standard</a:t>
            </a:r>
            <a:r>
              <a:rPr lang="fi-FI" dirty="0"/>
              <a:t> </a:t>
            </a:r>
            <a:r>
              <a:rPr lang="fi-FI" dirty="0" err="1"/>
              <a:t>field</a:t>
            </a:r>
            <a:r>
              <a:rPr lang="fi-FI" dirty="0"/>
              <a:t> is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sufficient</a:t>
            </a:r>
            <a:r>
              <a:rPr lang="fi-FI" dirty="0"/>
              <a:t>. </a:t>
            </a:r>
          </a:p>
          <a:p>
            <a:pPr lvl="2"/>
            <a:r>
              <a:rPr lang="fi-FI" dirty="0" err="1"/>
              <a:t>Custom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 </a:t>
            </a:r>
            <a:r>
              <a:rPr lang="fi-FI" dirty="0" err="1"/>
              <a:t>require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ability</a:t>
            </a:r>
            <a:r>
              <a:rPr lang="fi-FI" dirty="0"/>
              <a:t> </a:t>
            </a:r>
            <a:r>
              <a:rPr lang="fi-FI" dirty="0" err="1"/>
              <a:t>too</a:t>
            </a:r>
            <a:r>
              <a:rPr lang="fi-FI" dirty="0"/>
              <a:t> (e.g. </a:t>
            </a:r>
            <a:r>
              <a:rPr lang="fi-FI" dirty="0" err="1"/>
              <a:t>summary</a:t>
            </a:r>
            <a:r>
              <a:rPr lang="fi-FI" dirty="0"/>
              <a:t> </a:t>
            </a:r>
            <a:r>
              <a:rPr lang="fi-FI" dirty="0" err="1"/>
              <a:t>field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consists</a:t>
            </a:r>
            <a:r>
              <a:rPr lang="fi-FI" dirty="0"/>
              <a:t> of 4000 </a:t>
            </a:r>
            <a:r>
              <a:rPr lang="fi-FI" dirty="0" err="1"/>
              <a:t>characters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inherit</a:t>
            </a:r>
            <a:r>
              <a:rPr lang="fi-FI" dirty="0"/>
              <a:t> metadata </a:t>
            </a:r>
            <a:r>
              <a:rPr lang="fi-FI" dirty="0" err="1"/>
              <a:t>from</a:t>
            </a:r>
            <a:r>
              <a:rPr lang="fi-FI" dirty="0"/>
              <a:t> case (e.g. </a:t>
            </a:r>
            <a:r>
              <a:rPr lang="fi-FI" dirty="0" err="1"/>
              <a:t>custom</a:t>
            </a:r>
            <a:r>
              <a:rPr lang="fi-FI" dirty="0"/>
              <a:t> metadata)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flexibly</a:t>
            </a:r>
            <a:endParaRPr lang="fi-FI" dirty="0"/>
          </a:p>
          <a:p>
            <a:pPr lvl="2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certain</a:t>
            </a:r>
            <a:r>
              <a:rPr lang="fi-FI" dirty="0"/>
              <a:t> </a:t>
            </a:r>
            <a:r>
              <a:rPr lang="fi-FI" dirty="0" err="1"/>
              <a:t>standard</a:t>
            </a:r>
            <a:r>
              <a:rPr lang="fi-FI" dirty="0"/>
              <a:t> </a:t>
            </a:r>
            <a:r>
              <a:rPr lang="fi-FI" dirty="0" err="1"/>
              <a:t>fields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inherited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case to </a:t>
            </a:r>
            <a:r>
              <a:rPr lang="fi-FI" dirty="0" err="1"/>
              <a:t>document</a:t>
            </a:r>
            <a:endParaRPr lang="fi-FI" dirty="0"/>
          </a:p>
          <a:p>
            <a:pPr lvl="1"/>
            <a:endParaRPr lang="fi-FI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4AFE4-33B9-39FC-5653-E131A983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72B1C-4D0C-76E0-C614-B493945F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87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3473-FADB-C59A-DC40-2E3B6DE5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(information security)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32C80-8A81-66D0-57AD-A8D99B80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record</a:t>
            </a:r>
            <a:r>
              <a:rPr lang="fi-FI" dirty="0"/>
              <a:t> </a:t>
            </a:r>
            <a:r>
              <a:rPr lang="fi-FI" dirty="0" err="1"/>
              <a:t>type</a:t>
            </a:r>
            <a:r>
              <a:rPr lang="fi-FI" dirty="0"/>
              <a:t> </a:t>
            </a:r>
            <a:r>
              <a:rPr lang="fi-FI" dirty="0" err="1"/>
              <a:t>changes</a:t>
            </a:r>
            <a:r>
              <a:rPr lang="fi-FI" dirty="0"/>
              <a:t> on a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currently</a:t>
            </a:r>
            <a:r>
              <a:rPr lang="fi-FI" dirty="0"/>
              <a:t> sähke 2 </a:t>
            </a:r>
            <a:r>
              <a:rPr lang="fi-FI" dirty="0" err="1"/>
              <a:t>controls</a:t>
            </a:r>
            <a:r>
              <a:rPr lang="fi-FI" dirty="0"/>
              <a:t> </a:t>
            </a:r>
            <a:r>
              <a:rPr lang="fi-FI" dirty="0" err="1"/>
              <a:t>take</a:t>
            </a:r>
            <a:r>
              <a:rPr lang="fi-FI" dirty="0"/>
              <a:t> </a:t>
            </a:r>
            <a:r>
              <a:rPr lang="fi-FI" dirty="0" err="1"/>
              <a:t>over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TOS and </a:t>
            </a:r>
            <a:r>
              <a:rPr lang="fi-FI" dirty="0" err="1"/>
              <a:t>change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Sähke2 metadata </a:t>
            </a:r>
            <a:r>
              <a:rPr lang="fi-FI" dirty="0" err="1"/>
              <a:t>fields</a:t>
            </a:r>
            <a:r>
              <a:rPr lang="fi-FI" dirty="0"/>
              <a:t> </a:t>
            </a:r>
            <a:r>
              <a:rPr lang="fi-FI" dirty="0" err="1"/>
              <a:t>according</a:t>
            </a:r>
            <a:r>
              <a:rPr lang="fi-FI" dirty="0"/>
              <a:t> to </a:t>
            </a:r>
            <a:r>
              <a:rPr lang="fi-FI" dirty="0" err="1"/>
              <a:t>the</a:t>
            </a:r>
            <a:r>
              <a:rPr lang="fi-FI" dirty="0"/>
              <a:t> TOS definitions. </a:t>
            </a:r>
            <a:r>
              <a:rPr lang="fi-FI" dirty="0" err="1"/>
              <a:t>This</a:t>
            </a:r>
            <a:r>
              <a:rPr lang="fi-FI" dirty="0"/>
              <a:t> is, </a:t>
            </a:r>
            <a:r>
              <a:rPr lang="fi-FI" dirty="0" err="1"/>
              <a:t>however</a:t>
            </a:r>
            <a:r>
              <a:rPr lang="fi-FI" dirty="0"/>
              <a:t>, </a:t>
            </a:r>
            <a:r>
              <a:rPr lang="fi-FI" dirty="0" err="1"/>
              <a:t>dangerous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following</a:t>
            </a:r>
            <a:r>
              <a:rPr lang="fi-FI" dirty="0"/>
              <a:t> </a:t>
            </a:r>
            <a:r>
              <a:rPr lang="fi-FI" dirty="0" err="1"/>
              <a:t>use</a:t>
            </a:r>
            <a:r>
              <a:rPr lang="fi-FI" dirty="0"/>
              <a:t> case.</a:t>
            </a:r>
          </a:p>
          <a:p>
            <a:pPr lvl="1"/>
            <a:r>
              <a:rPr lang="fi-FI" dirty="0"/>
              <a:t> If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first</a:t>
            </a:r>
            <a:r>
              <a:rPr lang="fi-FI" dirty="0"/>
              <a:t> </a:t>
            </a:r>
            <a:r>
              <a:rPr lang="fi-FI" dirty="0" err="1"/>
              <a:t>created</a:t>
            </a:r>
            <a:r>
              <a:rPr lang="fi-FI" dirty="0"/>
              <a:t> a </a:t>
            </a:r>
            <a:r>
              <a:rPr lang="fi-FI" dirty="0" err="1"/>
              <a:t>document</a:t>
            </a:r>
            <a:r>
              <a:rPr lang="fi-FI" dirty="0"/>
              <a:t> and </a:t>
            </a:r>
            <a:r>
              <a:rPr lang="fi-FI" dirty="0" err="1"/>
              <a:t>then</a:t>
            </a:r>
            <a:r>
              <a:rPr lang="fi-FI" dirty="0"/>
              <a:t> </a:t>
            </a:r>
            <a:r>
              <a:rPr lang="fi-FI" dirty="0" err="1"/>
              <a:t>manually</a:t>
            </a:r>
            <a:r>
              <a:rPr lang="fi-FI" dirty="0"/>
              <a:t> </a:t>
            </a:r>
            <a:r>
              <a:rPr lang="fi-FI" dirty="0" err="1"/>
              <a:t>changed</a:t>
            </a:r>
            <a:r>
              <a:rPr lang="fi-FI" dirty="0"/>
              <a:t> </a:t>
            </a:r>
            <a:r>
              <a:rPr lang="fi-FI" dirty="0" err="1"/>
              <a:t>its</a:t>
            </a:r>
            <a:r>
              <a:rPr lang="fi-FI" dirty="0"/>
              <a:t> </a:t>
            </a:r>
            <a:r>
              <a:rPr lang="fi-FI" dirty="0" err="1"/>
              <a:t>publicity</a:t>
            </a:r>
            <a:r>
              <a:rPr lang="fi-FI" dirty="0"/>
              <a:t> </a:t>
            </a:r>
            <a:r>
              <a:rPr lang="fi-FI" dirty="0" err="1"/>
              <a:t>class</a:t>
            </a:r>
            <a:r>
              <a:rPr lang="fi-FI" dirty="0"/>
              <a:t> to "Salassa pidettävä" (i.e. </a:t>
            </a:r>
            <a:r>
              <a:rPr lang="fi-FI" dirty="0" err="1"/>
              <a:t>confidential</a:t>
            </a:r>
            <a:r>
              <a:rPr lang="fi-FI" dirty="0"/>
              <a:t>) and </a:t>
            </a:r>
            <a:r>
              <a:rPr lang="fi-FI" dirty="0" err="1"/>
              <a:t>then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access</a:t>
            </a:r>
            <a:r>
              <a:rPr lang="fi-FI" dirty="0"/>
              <a:t> </a:t>
            </a:r>
            <a:r>
              <a:rPr lang="fi-FI" dirty="0" err="1"/>
              <a:t>group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changed</a:t>
            </a:r>
            <a:r>
              <a:rPr lang="fi-FI" dirty="0"/>
              <a:t> to </a:t>
            </a:r>
            <a:r>
              <a:rPr lang="fi-FI" dirty="0" err="1"/>
              <a:t>Restricted</a:t>
            </a:r>
            <a:r>
              <a:rPr lang="fi-FI" dirty="0"/>
              <a:t>, a </a:t>
            </a:r>
            <a:r>
              <a:rPr lang="fi-FI" dirty="0" err="1"/>
              <a:t>group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no </a:t>
            </a:r>
            <a:r>
              <a:rPr lang="fi-FI" dirty="0" err="1"/>
              <a:t>members</a:t>
            </a:r>
            <a:r>
              <a:rPr lang="fi-FI" dirty="0"/>
              <a:t>. </a:t>
            </a:r>
          </a:p>
          <a:p>
            <a:pPr lvl="1"/>
            <a:r>
              <a:rPr lang="fi-FI" dirty="0"/>
              <a:t>If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</a:t>
            </a:r>
            <a:r>
              <a:rPr lang="fi-FI" dirty="0" err="1"/>
              <a:t>later</a:t>
            </a:r>
            <a:r>
              <a:rPr lang="fi-FI" dirty="0"/>
              <a:t> </a:t>
            </a:r>
            <a:r>
              <a:rPr lang="fi-FI" dirty="0" err="1"/>
              <a:t>decides</a:t>
            </a:r>
            <a:r>
              <a:rPr lang="fi-FI" dirty="0"/>
              <a:t> to </a:t>
            </a:r>
            <a:r>
              <a:rPr lang="fi-FI" dirty="0" err="1"/>
              <a:t>change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record</a:t>
            </a:r>
            <a:r>
              <a:rPr lang="fi-FI" dirty="0"/>
              <a:t> </a:t>
            </a:r>
            <a:r>
              <a:rPr lang="fi-FI" dirty="0" err="1"/>
              <a:t>type</a:t>
            </a:r>
            <a:r>
              <a:rPr lang="fi-FI" dirty="0"/>
              <a:t> to </a:t>
            </a:r>
            <a:r>
              <a:rPr lang="fi-FI" dirty="0" err="1"/>
              <a:t>something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predefined</a:t>
            </a:r>
            <a:r>
              <a:rPr lang="fi-FI" dirty="0"/>
              <a:t> </a:t>
            </a:r>
            <a:r>
              <a:rPr lang="fi-FI" dirty="0" err="1"/>
              <a:t>publicity</a:t>
            </a:r>
            <a:r>
              <a:rPr lang="fi-FI" dirty="0"/>
              <a:t> </a:t>
            </a:r>
            <a:r>
              <a:rPr lang="fi-FI" dirty="0" err="1"/>
              <a:t>values</a:t>
            </a:r>
            <a:r>
              <a:rPr lang="fi-FI" dirty="0"/>
              <a:t> "</a:t>
            </a:r>
            <a:r>
              <a:rPr lang="fi-FI" dirty="0" err="1"/>
              <a:t>public</a:t>
            </a:r>
            <a:r>
              <a:rPr lang="fi-FI" dirty="0"/>
              <a:t>"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publicity</a:t>
            </a:r>
            <a:r>
              <a:rPr lang="fi-FI" dirty="0"/>
              <a:t> metadata </a:t>
            </a:r>
            <a:r>
              <a:rPr lang="fi-FI" dirty="0" err="1"/>
              <a:t>values</a:t>
            </a:r>
            <a:r>
              <a:rPr lang="fi-FI" dirty="0"/>
              <a:t>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change</a:t>
            </a:r>
            <a:r>
              <a:rPr lang="fi-FI" dirty="0"/>
              <a:t> </a:t>
            </a:r>
            <a:r>
              <a:rPr lang="fi-FI" dirty="0" err="1"/>
              <a:t>without</a:t>
            </a:r>
            <a:r>
              <a:rPr lang="fi-FI" dirty="0"/>
              <a:t> </a:t>
            </a:r>
            <a:r>
              <a:rPr lang="fi-FI" dirty="0" err="1"/>
              <a:t>warning</a:t>
            </a:r>
            <a:r>
              <a:rPr lang="fi-FI" dirty="0"/>
              <a:t> to </a:t>
            </a:r>
            <a:r>
              <a:rPr lang="fi-FI" dirty="0" err="1"/>
              <a:t>public</a:t>
            </a:r>
            <a:r>
              <a:rPr lang="fi-FI" dirty="0"/>
              <a:t>. </a:t>
            </a:r>
          </a:p>
          <a:p>
            <a:pPr lvl="1"/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</a:t>
            </a:r>
            <a:r>
              <a:rPr lang="fi-FI" dirty="0" err="1"/>
              <a:t>might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notice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and </a:t>
            </a:r>
            <a:r>
              <a:rPr lang="fi-FI" dirty="0" err="1"/>
              <a:t>presses</a:t>
            </a:r>
            <a:r>
              <a:rPr lang="fi-FI" dirty="0"/>
              <a:t> OK and </a:t>
            </a:r>
            <a:r>
              <a:rPr lang="fi-FI" dirty="0" err="1"/>
              <a:t>then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is </a:t>
            </a:r>
            <a:r>
              <a:rPr lang="fi-FI" dirty="0" err="1"/>
              <a:t>available</a:t>
            </a:r>
            <a:r>
              <a:rPr lang="fi-FI" dirty="0"/>
              <a:t> for </a:t>
            </a:r>
            <a:r>
              <a:rPr lang="fi-FI" dirty="0" err="1"/>
              <a:t>everybody</a:t>
            </a:r>
            <a:r>
              <a:rPr lang="fi-FI" dirty="0"/>
              <a:t> </a:t>
            </a:r>
            <a:r>
              <a:rPr lang="fi-FI" dirty="0" err="1"/>
              <a:t>using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.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worst</a:t>
            </a:r>
            <a:r>
              <a:rPr lang="fi-FI" dirty="0"/>
              <a:t> case, </a:t>
            </a:r>
            <a:r>
              <a:rPr lang="fi-FI" dirty="0" err="1"/>
              <a:t>published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web. </a:t>
            </a:r>
          </a:p>
          <a:p>
            <a:pPr lvl="1"/>
            <a:r>
              <a:rPr lang="fi-FI" dirty="0"/>
              <a:t>So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requirement</a:t>
            </a:r>
            <a:r>
              <a:rPr lang="fi-FI" dirty="0"/>
              <a:t> </a:t>
            </a:r>
            <a:r>
              <a:rPr lang="fi-FI" dirty="0" err="1"/>
              <a:t>around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is to </a:t>
            </a:r>
            <a:r>
              <a:rPr lang="fi-FI" dirty="0" err="1"/>
              <a:t>either</a:t>
            </a:r>
            <a:r>
              <a:rPr lang="fi-FI" dirty="0"/>
              <a:t> </a:t>
            </a:r>
            <a:r>
              <a:rPr lang="fi-FI" dirty="0" err="1"/>
              <a:t>warn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</a:t>
            </a:r>
            <a:r>
              <a:rPr lang="fi-FI" dirty="0" err="1"/>
              <a:t>if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is </a:t>
            </a:r>
            <a:r>
              <a:rPr lang="fi-FI" dirty="0" err="1"/>
              <a:t>about</a:t>
            </a:r>
            <a:r>
              <a:rPr lang="fi-FI" dirty="0"/>
              <a:t> to </a:t>
            </a:r>
            <a:r>
              <a:rPr lang="fi-FI" dirty="0" err="1"/>
              <a:t>happen</a:t>
            </a:r>
            <a:r>
              <a:rPr lang="fi-FI" dirty="0"/>
              <a:t> and/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let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user</a:t>
            </a:r>
            <a:r>
              <a:rPr lang="fi-FI" dirty="0"/>
              <a:t> </a:t>
            </a:r>
            <a:r>
              <a:rPr lang="fi-FI" dirty="0" err="1"/>
              <a:t>decide</a:t>
            </a:r>
            <a:r>
              <a:rPr lang="fi-FI" dirty="0"/>
              <a:t> </a:t>
            </a: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values</a:t>
            </a:r>
            <a:r>
              <a:rPr lang="fi-FI" dirty="0"/>
              <a:t> s/he </a:t>
            </a:r>
            <a:r>
              <a:rPr lang="fi-FI" dirty="0" err="1"/>
              <a:t>would</a:t>
            </a:r>
            <a:r>
              <a:rPr lang="fi-FI" dirty="0"/>
              <a:t> </a:t>
            </a:r>
            <a:r>
              <a:rPr lang="fi-FI" dirty="0" err="1"/>
              <a:t>like</a:t>
            </a:r>
            <a:r>
              <a:rPr lang="fi-FI" dirty="0"/>
              <a:t> to </a:t>
            </a:r>
            <a:r>
              <a:rPr lang="fi-FI" dirty="0" err="1"/>
              <a:t>use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existing</a:t>
            </a:r>
            <a:r>
              <a:rPr lang="fi-FI" dirty="0"/>
              <a:t> </a:t>
            </a:r>
            <a:r>
              <a:rPr lang="fi-FI" dirty="0" err="1"/>
              <a:t>ones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Sähke2 </a:t>
            </a:r>
            <a:r>
              <a:rPr lang="fi-FI" dirty="0" err="1"/>
              <a:t>defaults</a:t>
            </a:r>
            <a:r>
              <a:rPr lang="fi-FI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EA073-A146-063E-A22C-E8CFAE92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B78A0-CBCB-8040-F73D-E126DDF8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90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8039-1C55-4118-F74D-41842E8B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draft version disposal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FBD8-1D96-6261-252F-8ACF7CD4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433356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</a:t>
            </a:r>
            <a:r>
              <a:rPr lang="fi-FI" dirty="0" err="1"/>
              <a:t>Setting</a:t>
            </a:r>
            <a:r>
              <a:rPr lang="fi-FI" dirty="0"/>
              <a:t> </a:t>
            </a:r>
            <a:r>
              <a:rPr lang="fi-FI" dirty="0" err="1"/>
              <a:t>disposal</a:t>
            </a:r>
            <a:r>
              <a:rPr lang="fi-FI" dirty="0"/>
              <a:t>/</a:t>
            </a:r>
            <a:r>
              <a:rPr lang="fi-FI" dirty="0" err="1"/>
              <a:t>deletion</a:t>
            </a:r>
            <a:r>
              <a:rPr lang="fi-FI" dirty="0"/>
              <a:t> for </a:t>
            </a:r>
            <a:r>
              <a:rPr lang="fi-FI" dirty="0" err="1"/>
              <a:t>document</a:t>
            </a:r>
            <a:r>
              <a:rPr lang="fi-FI" dirty="0"/>
              <a:t> file </a:t>
            </a:r>
            <a:r>
              <a:rPr lang="fi-FI" dirty="0" err="1"/>
              <a:t>draft</a:t>
            </a:r>
            <a:r>
              <a:rPr lang="fi-FI" dirty="0"/>
              <a:t> </a:t>
            </a:r>
            <a:r>
              <a:rPr lang="fi-FI" dirty="0" err="1"/>
              <a:t>versions</a:t>
            </a:r>
            <a:endParaRPr lang="fi-FI" dirty="0"/>
          </a:p>
          <a:p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delete</a:t>
            </a:r>
            <a:r>
              <a:rPr lang="fi-FI" dirty="0"/>
              <a:t> file </a:t>
            </a:r>
            <a:r>
              <a:rPr lang="fi-FI" dirty="0" err="1"/>
              <a:t>draft</a:t>
            </a:r>
            <a:r>
              <a:rPr lang="fi-FI" dirty="0"/>
              <a:t> </a:t>
            </a:r>
            <a:r>
              <a:rPr lang="fi-FI" dirty="0" err="1"/>
              <a:t>versions</a:t>
            </a:r>
            <a:r>
              <a:rPr lang="fi-FI" dirty="0"/>
              <a:t> </a:t>
            </a:r>
            <a:r>
              <a:rPr lang="fi-FI" dirty="0" err="1"/>
              <a:t>automatically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as in </a:t>
            </a:r>
            <a:r>
              <a:rPr lang="fi-FI" dirty="0" err="1"/>
              <a:t>Sweden</a:t>
            </a:r>
            <a:endParaRPr lang="fi-FI" dirty="0"/>
          </a:p>
          <a:p>
            <a:pPr lvl="1"/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a </a:t>
            </a:r>
            <a:r>
              <a:rPr lang="fi-FI" dirty="0" err="1"/>
              <a:t>customization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hides</a:t>
            </a:r>
            <a:r>
              <a:rPr lang="fi-FI" dirty="0"/>
              <a:t> file </a:t>
            </a:r>
            <a:r>
              <a:rPr lang="fi-FI" dirty="0" err="1"/>
              <a:t>versions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an </a:t>
            </a:r>
            <a:r>
              <a:rPr lang="fi-FI" dirty="0" err="1"/>
              <a:t>officially</a:t>
            </a:r>
            <a:r>
              <a:rPr lang="fi-FI" dirty="0"/>
              <a:t> </a:t>
            </a:r>
            <a:r>
              <a:rPr lang="fi-FI" dirty="0" err="1"/>
              <a:t>recorded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others</a:t>
            </a:r>
            <a:r>
              <a:rPr lang="fi-FI" dirty="0"/>
              <a:t> </a:t>
            </a:r>
            <a:r>
              <a:rPr lang="fi-FI" dirty="0" err="1"/>
              <a:t>except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registrars</a:t>
            </a:r>
            <a:r>
              <a:rPr lang="fi-FI" dirty="0"/>
              <a:t> and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responsible</a:t>
            </a:r>
            <a:r>
              <a:rPr lang="fi-FI" dirty="0"/>
              <a:t>.</a:t>
            </a:r>
          </a:p>
          <a:p>
            <a:pPr lvl="1"/>
            <a:r>
              <a:rPr lang="fi-FI" dirty="0" err="1"/>
              <a:t>This</a:t>
            </a:r>
            <a:r>
              <a:rPr lang="fi-FI" dirty="0"/>
              <a:t> is, </a:t>
            </a:r>
            <a:r>
              <a:rPr lang="fi-FI" dirty="0" err="1"/>
              <a:t>however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enough</a:t>
            </a:r>
            <a:r>
              <a:rPr lang="fi-FI" dirty="0"/>
              <a:t>.</a:t>
            </a:r>
          </a:p>
          <a:p>
            <a:pPr lvl="1"/>
            <a:r>
              <a:rPr lang="fi-FI" dirty="0"/>
              <a:t>In </a:t>
            </a:r>
            <a:r>
              <a:rPr lang="fi-FI" dirty="0" err="1"/>
              <a:t>order</a:t>
            </a:r>
            <a:r>
              <a:rPr lang="fi-FI" dirty="0"/>
              <a:t> to </a:t>
            </a:r>
            <a:r>
              <a:rPr lang="fi-FI" dirty="0" err="1"/>
              <a:t>make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function</a:t>
            </a:r>
            <a:r>
              <a:rPr lang="fi-FI" dirty="0"/>
              <a:t> </a:t>
            </a:r>
            <a:r>
              <a:rPr lang="fi-FI" dirty="0" err="1"/>
              <a:t>generic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believe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both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needed</a:t>
            </a:r>
            <a:endParaRPr lang="fi-FI" dirty="0"/>
          </a:p>
          <a:p>
            <a:pPr lvl="2"/>
            <a:r>
              <a:rPr lang="fi-FI" dirty="0" err="1"/>
              <a:t>Ability</a:t>
            </a:r>
            <a:r>
              <a:rPr lang="fi-FI" dirty="0"/>
              <a:t> to </a:t>
            </a:r>
            <a:r>
              <a:rPr lang="fi-FI" dirty="0" err="1"/>
              <a:t>hide</a:t>
            </a:r>
            <a:r>
              <a:rPr lang="fi-FI" dirty="0"/>
              <a:t> file </a:t>
            </a:r>
            <a:r>
              <a:rPr lang="fi-FI" dirty="0" err="1"/>
              <a:t>draft</a:t>
            </a:r>
            <a:r>
              <a:rPr lang="fi-FI" dirty="0"/>
              <a:t> </a:t>
            </a:r>
            <a:r>
              <a:rPr lang="fi-FI" dirty="0" err="1"/>
              <a:t>versions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being</a:t>
            </a:r>
            <a:r>
              <a:rPr lang="fi-FI" dirty="0"/>
              <a:t> </a:t>
            </a:r>
            <a:r>
              <a:rPr lang="fi-FI" dirty="0" err="1"/>
              <a:t>seen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users</a:t>
            </a:r>
            <a:r>
              <a:rPr lang="fi-FI" dirty="0"/>
              <a:t> </a:t>
            </a:r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is </a:t>
            </a:r>
            <a:r>
              <a:rPr lang="fi-FI" dirty="0" err="1"/>
              <a:t>ready</a:t>
            </a:r>
            <a:endParaRPr lang="fi-FI" dirty="0"/>
          </a:p>
          <a:p>
            <a:pPr lvl="2"/>
            <a:r>
              <a:rPr lang="fi-FI" dirty="0" err="1"/>
              <a:t>Ability</a:t>
            </a:r>
            <a:r>
              <a:rPr lang="fi-FI" dirty="0"/>
              <a:t> to set a </a:t>
            </a:r>
            <a:r>
              <a:rPr lang="fi-FI" dirty="0" err="1"/>
              <a:t>default</a:t>
            </a:r>
            <a:r>
              <a:rPr lang="fi-FI" dirty="0"/>
              <a:t> </a:t>
            </a:r>
            <a:r>
              <a:rPr lang="fi-FI" dirty="0" err="1"/>
              <a:t>deletion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 for file </a:t>
            </a:r>
            <a:r>
              <a:rPr lang="fi-FI" dirty="0" err="1"/>
              <a:t>versions</a:t>
            </a:r>
            <a:r>
              <a:rPr lang="fi-FI" dirty="0"/>
              <a:t> (</a:t>
            </a:r>
            <a:r>
              <a:rPr lang="fi-FI" dirty="0" err="1"/>
              <a:t>like</a:t>
            </a:r>
            <a:r>
              <a:rPr lang="fi-FI" dirty="0"/>
              <a:t> 6 </a:t>
            </a:r>
            <a:r>
              <a:rPr lang="fi-FI" dirty="0" err="1"/>
              <a:t>months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finalization</a:t>
            </a:r>
            <a:r>
              <a:rPr lang="fi-FI" dirty="0"/>
              <a:t>) </a:t>
            </a: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controlled</a:t>
            </a:r>
            <a:r>
              <a:rPr lang="fi-FI" dirty="0"/>
              <a:t> via a </a:t>
            </a:r>
            <a:r>
              <a:rPr lang="fi-FI" dirty="0" err="1"/>
              <a:t>setting</a:t>
            </a:r>
            <a:r>
              <a:rPr lang="fi-FI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DD879-8AA9-82D0-85C5-1A71B2B8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9B17A-351F-62C4-4628-B896E26B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35B4449-95EB-2A65-8804-A77816A59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Primary needs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ED47033-C909-C89D-8272-44693B051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0" y="2933271"/>
            <a:ext cx="5634039" cy="1008000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2A69AA3-0DCA-4EA6-F3F0-B6E844C2DF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261" y="3213433"/>
            <a:ext cx="4104000" cy="365125"/>
          </a:xfrm>
        </p:spPr>
        <p:txBody>
          <a:bodyPr/>
          <a:lstStyle/>
          <a:p>
            <a:r>
              <a:rPr lang="sv-SE" dirty="0" err="1"/>
              <a:t>Specific</a:t>
            </a:r>
            <a:r>
              <a:rPr lang="sv-SE" dirty="0"/>
              <a:t> to </a:t>
            </a:r>
            <a:r>
              <a:rPr lang="sv-SE" dirty="0" err="1"/>
              <a:t>customer</a:t>
            </a:r>
            <a:r>
              <a:rPr lang="sv-SE" dirty="0"/>
              <a:t> </a:t>
            </a:r>
            <a:r>
              <a:rPr lang="sv-SE" dirty="0" err="1"/>
              <a:t>groups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large</a:t>
            </a:r>
            <a:r>
              <a:rPr lang="sv-SE" dirty="0"/>
              <a:t>/</a:t>
            </a:r>
            <a:r>
              <a:rPr lang="sv-SE" dirty="0" err="1"/>
              <a:t>complex</a:t>
            </a:r>
            <a:r>
              <a:rPr lang="sv-SE" dirty="0"/>
              <a:t> </a:t>
            </a:r>
            <a:r>
              <a:rPr lang="sv-SE" dirty="0" err="1"/>
              <a:t>organizations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34787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8016-BB5E-F180-C92B-79007C4A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of templates (document creation and document view)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5BAD-7A79-4256-70E9-EC438CD94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u="sng" dirty="0">
                <a:hlinkClick r:id="rId2"/>
              </a:rPr>
              <a:t>Feature 433354</a:t>
            </a:r>
            <a:r>
              <a:rPr lang="fi-FI" dirty="0"/>
              <a:t>: RFI </a:t>
            </a:r>
            <a:r>
              <a:rPr lang="fi-FI" dirty="0" err="1"/>
              <a:t>requirements</a:t>
            </a:r>
            <a:r>
              <a:rPr lang="fi-FI" dirty="0"/>
              <a:t>: </a:t>
            </a:r>
            <a:r>
              <a:rPr lang="fi-FI" dirty="0" err="1"/>
              <a:t>Filtering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available</a:t>
            </a:r>
            <a:r>
              <a:rPr lang="fi-FI" dirty="0"/>
              <a:t> </a:t>
            </a:r>
            <a:r>
              <a:rPr lang="fi-FI" dirty="0" err="1"/>
              <a:t>templates</a:t>
            </a:r>
            <a:r>
              <a:rPr lang="fi-FI" dirty="0"/>
              <a:t> in </a:t>
            </a:r>
            <a:r>
              <a:rPr lang="fi-FI" dirty="0" err="1"/>
              <a:t>Finnish</a:t>
            </a:r>
            <a:r>
              <a:rPr lang="fi-FI" dirty="0"/>
              <a:t> </a:t>
            </a:r>
            <a:r>
              <a:rPr lang="fi-FI" dirty="0" err="1"/>
              <a:t>subsetup</a:t>
            </a:r>
            <a:r>
              <a:rPr lang="fi-FI" dirty="0"/>
              <a:t> (</a:t>
            </a:r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applies</a:t>
            </a:r>
            <a:r>
              <a:rPr lang="fi-FI" dirty="0"/>
              <a:t> to </a:t>
            </a:r>
            <a:r>
              <a:rPr lang="fi-FI" dirty="0" err="1"/>
              <a:t>Sweden</a:t>
            </a:r>
            <a:r>
              <a:rPr lang="fi-FI" dirty="0"/>
              <a:t>) (</a:t>
            </a:r>
            <a:r>
              <a:rPr lang="fi-FI" dirty="0" err="1"/>
              <a:t>Primary</a:t>
            </a:r>
            <a:r>
              <a:rPr lang="fi-FI" dirty="0"/>
              <a:t>)</a:t>
            </a:r>
          </a:p>
          <a:p>
            <a:r>
              <a:rPr lang="fi-FI" dirty="0"/>
              <a:t>One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able</a:t>
            </a:r>
            <a:r>
              <a:rPr lang="fi-FI" dirty="0"/>
              <a:t> to </a:t>
            </a:r>
            <a:r>
              <a:rPr lang="fi-FI" dirty="0" err="1"/>
              <a:t>select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multiple</a:t>
            </a:r>
            <a:r>
              <a:rPr lang="fi-FI" dirty="0"/>
              <a:t> </a:t>
            </a:r>
            <a:r>
              <a:rPr lang="fi-FI" dirty="0" err="1"/>
              <a:t>templates</a:t>
            </a:r>
            <a:r>
              <a:rPr lang="fi-FI" dirty="0"/>
              <a:t> for </a:t>
            </a:r>
            <a:r>
              <a:rPr lang="fi-FI" dirty="0" err="1"/>
              <a:t>use</a:t>
            </a:r>
            <a:r>
              <a:rPr lang="fi-FI" dirty="0"/>
              <a:t> per </a:t>
            </a:r>
            <a:r>
              <a:rPr lang="fi-FI" dirty="0" err="1"/>
              <a:t>record</a:t>
            </a:r>
            <a:r>
              <a:rPr lang="fi-FI" dirty="0"/>
              <a:t> </a:t>
            </a:r>
            <a:r>
              <a:rPr lang="fi-FI" dirty="0" err="1"/>
              <a:t>type</a:t>
            </a:r>
            <a:r>
              <a:rPr lang="fi-FI" dirty="0"/>
              <a:t>/case </a:t>
            </a:r>
            <a:r>
              <a:rPr lang="fi-FI" dirty="0" err="1"/>
              <a:t>class</a:t>
            </a:r>
            <a:r>
              <a:rPr lang="fi-FI" dirty="0"/>
              <a:t>/</a:t>
            </a:r>
            <a:r>
              <a:rPr lang="fi-FI" dirty="0" err="1"/>
              <a:t>organisation</a:t>
            </a:r>
            <a:r>
              <a:rPr lang="fi-FI" dirty="0"/>
              <a:t>. </a:t>
            </a:r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filtering</a:t>
            </a:r>
            <a:r>
              <a:rPr lang="fi-FI" dirty="0"/>
              <a:t> </a:t>
            </a:r>
            <a:r>
              <a:rPr lang="fi-FI" dirty="0" err="1"/>
              <a:t>works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setup</a:t>
            </a:r>
            <a:r>
              <a:rPr lang="fi-FI" dirty="0"/>
              <a:t> </a:t>
            </a:r>
            <a:r>
              <a:rPr lang="fi-FI" dirty="0" err="1"/>
              <a:t>where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template</a:t>
            </a:r>
            <a:r>
              <a:rPr lang="fi-FI" dirty="0"/>
              <a:t> is </a:t>
            </a:r>
            <a:r>
              <a:rPr lang="fi-FI" dirty="0" err="1"/>
              <a:t>selected</a:t>
            </a:r>
            <a:r>
              <a:rPr lang="fi-FI" dirty="0"/>
              <a:t> </a:t>
            </a:r>
            <a:r>
              <a:rPr lang="fi-FI" dirty="0" err="1"/>
              <a:t>first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categories</a:t>
            </a:r>
            <a:r>
              <a:rPr lang="fi-FI" dirty="0"/>
              <a:t> and </a:t>
            </a:r>
            <a:r>
              <a:rPr lang="fi-FI" dirty="0" err="1"/>
              <a:t>not</a:t>
            </a:r>
            <a:r>
              <a:rPr lang="fi-FI" dirty="0"/>
              <a:t> in </a:t>
            </a:r>
            <a:r>
              <a:rPr lang="fi-FI" dirty="0" err="1"/>
              <a:t>Swedish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Finnish</a:t>
            </a:r>
            <a:r>
              <a:rPr lang="fi-FI" dirty="0"/>
              <a:t> </a:t>
            </a:r>
            <a:r>
              <a:rPr lang="fi-FI" dirty="0" err="1"/>
              <a:t>setup</a:t>
            </a:r>
            <a:r>
              <a:rPr lang="fi-FI" dirty="0"/>
              <a:t> </a:t>
            </a:r>
            <a:r>
              <a:rPr lang="fi-FI" dirty="0" err="1"/>
              <a:t>where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template</a:t>
            </a:r>
            <a:r>
              <a:rPr lang="fi-FI" dirty="0"/>
              <a:t> is </a:t>
            </a:r>
            <a:r>
              <a:rPr lang="fi-FI" dirty="0" err="1"/>
              <a:t>selected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creation</a:t>
            </a:r>
            <a:r>
              <a:rPr lang="fi-FI" dirty="0"/>
              <a:t> </a:t>
            </a:r>
            <a:r>
              <a:rPr lang="fi-FI" dirty="0" err="1"/>
              <a:t>view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then</a:t>
            </a:r>
            <a:r>
              <a:rPr lang="fi-FI" dirty="0"/>
              <a:t> </a:t>
            </a:r>
            <a:r>
              <a:rPr lang="fi-FI" dirty="0" err="1"/>
              <a:t>later</a:t>
            </a:r>
            <a:r>
              <a:rPr lang="fi-FI" dirty="0"/>
              <a:t> on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</a:t>
            </a:r>
            <a:r>
              <a:rPr lang="fi-FI" dirty="0" err="1"/>
              <a:t>view</a:t>
            </a:r>
            <a:r>
              <a:rPr lang="fi-FI" dirty="0"/>
              <a:t> </a:t>
            </a:r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selecting</a:t>
            </a:r>
            <a:r>
              <a:rPr lang="fi-FI" dirty="0"/>
              <a:t> to </a:t>
            </a:r>
            <a:r>
              <a:rPr lang="fi-FI" dirty="0" err="1"/>
              <a:t>create</a:t>
            </a:r>
            <a:r>
              <a:rPr lang="fi-FI" dirty="0"/>
              <a:t> a file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template</a:t>
            </a:r>
            <a:r>
              <a:rPr lang="fi-FI" dirty="0"/>
              <a:t>.</a:t>
            </a:r>
          </a:p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customer’s</a:t>
            </a:r>
            <a:r>
              <a:rPr lang="fi-FI" dirty="0"/>
              <a:t> </a:t>
            </a:r>
            <a:r>
              <a:rPr lang="fi-FI" dirty="0" err="1"/>
              <a:t>named</a:t>
            </a:r>
            <a:r>
              <a:rPr lang="fi-FI" dirty="0"/>
              <a:t> </a:t>
            </a:r>
            <a:r>
              <a:rPr lang="fi-FI" dirty="0" err="1"/>
              <a:t>alternatives</a:t>
            </a:r>
            <a:r>
              <a:rPr lang="fi-FI" dirty="0"/>
              <a:t> for </a:t>
            </a:r>
            <a:r>
              <a:rPr lang="fi-FI" dirty="0" err="1"/>
              <a:t>filtering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:</a:t>
            </a:r>
          </a:p>
          <a:p>
            <a:pPr lvl="1"/>
            <a:r>
              <a:rPr lang="fi-FI" dirty="0" err="1"/>
              <a:t>Record</a:t>
            </a:r>
            <a:r>
              <a:rPr lang="fi-FI" dirty="0"/>
              <a:t> </a:t>
            </a:r>
            <a:r>
              <a:rPr lang="fi-FI" dirty="0" err="1"/>
              <a:t>type</a:t>
            </a:r>
            <a:endParaRPr lang="fi-FI" dirty="0"/>
          </a:p>
          <a:p>
            <a:pPr lvl="1"/>
            <a:r>
              <a:rPr lang="fi-FI" dirty="0"/>
              <a:t>Case </a:t>
            </a:r>
            <a:r>
              <a:rPr lang="fi-FI" dirty="0" err="1"/>
              <a:t>class</a:t>
            </a:r>
            <a:endParaRPr lang="fi-FI" dirty="0"/>
          </a:p>
          <a:p>
            <a:pPr lvl="1"/>
            <a:r>
              <a:rPr lang="fi-FI" dirty="0"/>
              <a:t>Organization</a:t>
            </a:r>
          </a:p>
          <a:p>
            <a:r>
              <a:rPr lang="fi-FI" dirty="0"/>
              <a:t>In addition to </a:t>
            </a:r>
            <a:r>
              <a:rPr lang="fi-FI" dirty="0" err="1"/>
              <a:t>these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think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filtering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case </a:t>
            </a:r>
            <a:r>
              <a:rPr lang="fi-FI" dirty="0" err="1"/>
              <a:t>type</a:t>
            </a:r>
            <a:r>
              <a:rPr lang="fi-FI" dirty="0"/>
              <a:t> </a:t>
            </a:r>
            <a:r>
              <a:rPr lang="fi-FI" dirty="0" err="1"/>
              <a:t>would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good</a:t>
            </a:r>
            <a:r>
              <a:rPr lang="fi-FI" dirty="0"/>
              <a:t> </a:t>
            </a:r>
            <a:r>
              <a:rPr lang="fi-FI" dirty="0" err="1"/>
              <a:t>similarly</a:t>
            </a:r>
            <a:r>
              <a:rPr lang="fi-FI" dirty="0"/>
              <a:t> to </a:t>
            </a:r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setup</a:t>
            </a:r>
            <a:r>
              <a:rPr lang="fi-FI" dirty="0"/>
              <a:t>.</a:t>
            </a:r>
          </a:p>
          <a:p>
            <a:r>
              <a:rPr lang="fi-FI" dirty="0" err="1"/>
              <a:t>Note</a:t>
            </a:r>
            <a:r>
              <a:rPr lang="fi-FI" dirty="0"/>
              <a:t>: </a:t>
            </a:r>
            <a:r>
              <a:rPr lang="fi-FI" dirty="0" err="1"/>
              <a:t>organization</a:t>
            </a:r>
            <a:r>
              <a:rPr lang="fi-FI" dirty="0"/>
              <a:t> </a:t>
            </a:r>
            <a:r>
              <a:rPr lang="fi-FI" dirty="0" err="1"/>
              <a:t>always</a:t>
            </a:r>
            <a:r>
              <a:rPr lang="fi-FI" dirty="0"/>
              <a:t> </a:t>
            </a:r>
            <a:r>
              <a:rPr lang="fi-FI" dirty="0" err="1"/>
              <a:t>needs</a:t>
            </a:r>
            <a:r>
              <a:rPr lang="fi-FI" dirty="0"/>
              <a:t> to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option to </a:t>
            </a:r>
            <a:r>
              <a:rPr lang="fi-FI" dirty="0" err="1"/>
              <a:t>include</a:t>
            </a:r>
            <a:r>
              <a:rPr lang="fi-FI" dirty="0"/>
              <a:t>/ex</a:t>
            </a:r>
          </a:p>
          <a:p>
            <a:r>
              <a:rPr lang="fi-FI" dirty="0" err="1"/>
              <a:t>clude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subunits</a:t>
            </a:r>
            <a:r>
              <a:rPr lang="fi-FI" dirty="0"/>
              <a:t> into </a:t>
            </a:r>
            <a:r>
              <a:rPr lang="fi-FI" dirty="0" err="1"/>
              <a:t>filtering</a:t>
            </a:r>
            <a:r>
              <a:rPr lang="fi-FI" dirty="0"/>
              <a:t> (</a:t>
            </a:r>
            <a:r>
              <a:rPr lang="fi-FI" dirty="0" err="1"/>
              <a:t>Currently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possible</a:t>
            </a:r>
            <a:r>
              <a:rPr lang="fi-FI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EAB2C-A5DA-844C-D6F2-E980E513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6BFBA-9F50-E068-C25F-607F4FC6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2411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ED26-07B4-6DFB-2661-10ED15BE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F0D4F7-A5EC-AA46-C115-90DF9F7DA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Needs under development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575C245-388F-13A4-047D-6F808034C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0" y="2933271"/>
            <a:ext cx="5634039" cy="1008000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D2046C8-4B82-7B3E-E420-98AD79375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261" y="3213433"/>
            <a:ext cx="4104000" cy="365125"/>
          </a:xfrm>
        </p:spPr>
        <p:txBody>
          <a:bodyPr/>
          <a:lstStyle/>
          <a:p>
            <a:r>
              <a:rPr lang="sv-SE" dirty="0" err="1"/>
              <a:t>Specific</a:t>
            </a:r>
            <a:r>
              <a:rPr lang="sv-SE" dirty="0"/>
              <a:t> to </a:t>
            </a:r>
            <a:r>
              <a:rPr lang="sv-SE" dirty="0" err="1"/>
              <a:t>customer</a:t>
            </a:r>
            <a:r>
              <a:rPr lang="sv-SE" dirty="0"/>
              <a:t> </a:t>
            </a:r>
            <a:r>
              <a:rPr lang="sv-SE" dirty="0" err="1"/>
              <a:t>groups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large</a:t>
            </a:r>
            <a:r>
              <a:rPr lang="sv-SE" dirty="0"/>
              <a:t>/</a:t>
            </a:r>
            <a:r>
              <a:rPr lang="sv-SE" dirty="0" err="1"/>
              <a:t>complex</a:t>
            </a:r>
            <a:r>
              <a:rPr lang="sv-SE" dirty="0"/>
              <a:t> </a:t>
            </a:r>
            <a:r>
              <a:rPr lang="sv-SE" dirty="0" err="1"/>
              <a:t>organizations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40644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3CA3-BA7A-608E-E98D-DAD58E1F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under development for </a:t>
            </a:r>
            <a:r>
              <a:rPr lang="en-US" dirty="0" err="1"/>
              <a:t>eDoc</a:t>
            </a:r>
            <a:r>
              <a:rPr lang="en-US" dirty="0"/>
              <a:t> and/or other projects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684C-669F-38F8-E888-6A8E8A274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system shall support the use of hierarchical picklists for populating metadata values (e.g., organizational levels) (Primary)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The requirement for a metadata field to be mandatory, such as the field specifying the legal basis for confidentiality (</a:t>
            </a:r>
            <a:r>
              <a:rPr lang="en-US" dirty="0" err="1"/>
              <a:t>salassapidon</a:t>
            </a:r>
            <a:r>
              <a:rPr lang="en-US" dirty="0"/>
              <a:t> </a:t>
            </a:r>
            <a:r>
              <a:rPr lang="en-US" dirty="0" err="1"/>
              <a:t>peruste</a:t>
            </a:r>
            <a:r>
              <a:rPr lang="en-US" dirty="0"/>
              <a:t>), can be determined automatically by the system based on the lifecycle stage of the object or the value of another metadata field.</a:t>
            </a:r>
          </a:p>
          <a:p>
            <a:pPr lvl="1" indent="-171450">
              <a:buFontTx/>
              <a:buChar char="-"/>
            </a:pPr>
            <a:r>
              <a:rPr lang="en-US" dirty="0"/>
              <a:t>Full Flex UI for documents</a:t>
            </a:r>
          </a:p>
          <a:p>
            <a:pPr marL="174150" lvl="1" indent="0">
              <a:buNone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Suomi.fi integration</a:t>
            </a:r>
          </a:p>
          <a:p>
            <a:endParaRPr lang="fi-FI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94B48-B5FE-8998-6099-EBBDC02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886FB-70E6-BBCA-F11D-443BBB90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00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02C1-C539-EED3-F05F-59280AF9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E7E893-68AC-2B1B-024C-9F3BD69547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40ADC67-416D-0A21-0726-39E542C612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2FFE860-551E-31A3-AB75-9205FAC89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261" y="3213433"/>
            <a:ext cx="4104000" cy="365125"/>
          </a:xfrm>
        </p:spPr>
        <p:txBody>
          <a:bodyPr/>
          <a:lstStyle/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178258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"/>
</p:tagLst>
</file>

<file path=ppt/theme/theme1.xml><?xml version="1.0" encoding="utf-8"?>
<a:theme xmlns:a="http://schemas.openxmlformats.org/drawingml/2006/main" name="Tietoevry">
  <a:themeElements>
    <a:clrScheme name="Titeto Every 220420">
      <a:dk1>
        <a:sysClr val="windowText" lastClr="000000"/>
      </a:dk1>
      <a:lt1>
        <a:sysClr val="window" lastClr="FFFFFF"/>
      </a:lt1>
      <a:dk2>
        <a:srgbClr val="F9423A"/>
      </a:dk2>
      <a:lt2>
        <a:srgbClr val="26D07C"/>
      </a:lt2>
      <a:accent1>
        <a:srgbClr val="280071"/>
      </a:accent1>
      <a:accent2>
        <a:srgbClr val="B1B5CE"/>
      </a:accent2>
      <a:accent3>
        <a:srgbClr val="E0E1EB"/>
      </a:accent3>
      <a:accent4>
        <a:srgbClr val="F7EAE4"/>
      </a:accent4>
      <a:accent5>
        <a:srgbClr val="EACBBB"/>
      </a:accent5>
      <a:accent6>
        <a:srgbClr val="6E6259"/>
      </a:accent6>
      <a:hlink>
        <a:srgbClr val="000000"/>
      </a:hlink>
      <a:folHlink>
        <a:srgbClr val="000000"/>
      </a:folHlink>
    </a:clrScheme>
    <a:fontScheme name="TietoEvry 2023">
      <a:majorFont>
        <a:latin typeface="Tietoevry Sans 1 Light"/>
        <a:ea typeface=""/>
        <a:cs typeface=""/>
      </a:majorFont>
      <a:minorFont>
        <a:latin typeface="Tietoevry Sans 1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100"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100" dirty="0" err="1" smtClean="0"/>
        </a:defPPr>
      </a:lstStyle>
    </a:txDef>
  </a:objectDefaults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Tietoevry_101123" id="{E5600E7E-768D-4793-A3AB-48CAEE9AE71E}" vid="{EA77E28B-1186-478F-A83E-94954F9913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Tietoevry_151123","templateDescription":"","enableDocumentContentUpdater":false,"version":"2.0"}]]></TemplafyTemplateConfiguration>
</file>

<file path=customXml/item4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5.xml><?xml version="1.0" encoding="utf-8"?>
<TemplafySlideTemplateConfiguration><![CDATA[{"slideVersion":1,"isValidatorEnabled":false,"isLocked":false,"elementsMetadata":[],"slideId":"933987471907618816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EC845B0F-450E-4046-8E08-5C3A93FF38CB}">
  <ds:schemaRefs/>
</ds:datastoreItem>
</file>

<file path=customXml/itemProps2.xml><?xml version="1.0" encoding="utf-8"?>
<ds:datastoreItem xmlns:ds="http://schemas.openxmlformats.org/officeDocument/2006/customXml" ds:itemID="{160A48F9-E99E-4DD3-BCF0-C383B2EA940A}">
  <ds:schemaRefs/>
</ds:datastoreItem>
</file>

<file path=customXml/itemProps3.xml><?xml version="1.0" encoding="utf-8"?>
<ds:datastoreItem xmlns:ds="http://schemas.openxmlformats.org/officeDocument/2006/customXml" ds:itemID="{EBC05588-44AF-493C-8EF4-0BACAC058714}">
  <ds:schemaRefs/>
</ds:datastoreItem>
</file>

<file path=customXml/itemProps4.xml><?xml version="1.0" encoding="utf-8"?>
<ds:datastoreItem xmlns:ds="http://schemas.openxmlformats.org/officeDocument/2006/customXml" ds:itemID="{CEA8D6F9-79CA-4180-AA7D-C0B7DAE671B9}">
  <ds:schemaRefs/>
</ds:datastoreItem>
</file>

<file path=customXml/itemProps5.xml><?xml version="1.0" encoding="utf-8"?>
<ds:datastoreItem xmlns:ds="http://schemas.openxmlformats.org/officeDocument/2006/customXml" ds:itemID="{161036FB-45C9-48BC-8199-4A3B5EA0FB70}">
  <ds:schemaRefs/>
</ds:datastoreItem>
</file>

<file path=customXml/itemProps6.xml><?xml version="1.0" encoding="utf-8"?>
<ds:datastoreItem xmlns:ds="http://schemas.openxmlformats.org/officeDocument/2006/customXml" ds:itemID="{8BBFFCCA-918E-4813-A950-91890926D4E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Tietoevry</Template>
  <TotalTime>29691</TotalTime>
  <Words>1465</Words>
  <Application>Microsoft Office PowerPoint</Application>
  <PresentationFormat>On-screen Show (16:9)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</vt:lpstr>
      <vt:lpstr>Tietoevry Sans 1 Light</vt:lpstr>
      <vt:lpstr>Arial</vt:lpstr>
      <vt:lpstr>Tietoevry Sans 1 Medium</vt:lpstr>
      <vt:lpstr>Calibri</vt:lpstr>
      <vt:lpstr>Roboto</vt:lpstr>
      <vt:lpstr>Tietoevry Sans 1 Thin</vt:lpstr>
      <vt:lpstr>Tietoevry</vt:lpstr>
      <vt:lpstr>Bid related requirements</vt:lpstr>
      <vt:lpstr>Mandatory and critical needs</vt:lpstr>
      <vt:lpstr>Dispatch related requirements</vt:lpstr>
      <vt:lpstr>Dispatch requirements: Proposed solution</vt:lpstr>
      <vt:lpstr>433271 Mass functions</vt:lpstr>
      <vt:lpstr>E-mail notification enhancements</vt:lpstr>
      <vt:lpstr>Search enhancements</vt:lpstr>
      <vt:lpstr>Metadata / database enhancements</vt:lpstr>
      <vt:lpstr>Metadata (information security)</vt:lpstr>
      <vt:lpstr>File draft version disposal</vt:lpstr>
      <vt:lpstr>Primary needs</vt:lpstr>
      <vt:lpstr>Filtering of templates (document creation and document view)</vt:lpstr>
      <vt:lpstr>Needs under development</vt:lpstr>
      <vt:lpstr>Needs under development for eDoc and/or other projects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Kristaps Steinbergs</dc:creator>
  <cp:lastModifiedBy>Jani Louhivuori</cp:lastModifiedBy>
  <cp:revision>141</cp:revision>
  <dcterms:created xsi:type="dcterms:W3CDTF">2024-06-03T07:17:29Z</dcterms:created>
  <dcterms:modified xsi:type="dcterms:W3CDTF">2026-08-24T11:30:54Z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623b29-abd1-4de3-a20c-27566d79b7c7_Enabled">
    <vt:lpwstr>true</vt:lpwstr>
  </property>
  <property fmtid="{D5CDD505-2E9C-101B-9397-08002B2CF9AE}" pid="3" name="MSIP_Label_3b623b29-abd1-4de3-a20c-27566d79b7c7_SetDate">
    <vt:lpwstr>2025-11-25T11:42:24Z</vt:lpwstr>
  </property>
  <property fmtid="{D5CDD505-2E9C-101B-9397-08002B2CF9AE}" pid="4" name="MSIP_Label_3b623b29-abd1-4de3-a20c-27566d79b7c7_Method">
    <vt:lpwstr>Standard</vt:lpwstr>
  </property>
  <property fmtid="{D5CDD505-2E9C-101B-9397-08002B2CF9AE}" pid="5" name="MSIP_Label_3b623b29-abd1-4de3-a20c-27566d79b7c7_Name">
    <vt:lpwstr>3b623b29-abd1-4de3-a20c-27566d79b7c7</vt:lpwstr>
  </property>
  <property fmtid="{D5CDD505-2E9C-101B-9397-08002B2CF9AE}" pid="6" name="MSIP_Label_3b623b29-abd1-4de3-a20c-27566d79b7c7_SiteId">
    <vt:lpwstr>cbede638-a3d9-459f-8f4e-24ced73b4e5e</vt:lpwstr>
  </property>
  <property fmtid="{D5CDD505-2E9C-101B-9397-08002B2CF9AE}" pid="7" name="MSIP_Label_3b623b29-abd1-4de3-a20c-27566d79b7c7_ActionId">
    <vt:lpwstr>98d74eba-a085-4563-be21-9e2136eb47a4</vt:lpwstr>
  </property>
  <property fmtid="{D5CDD505-2E9C-101B-9397-08002B2CF9AE}" pid="8" name="MSIP_Label_3b623b29-abd1-4de3-a20c-27566d79b7c7_ContentBits">
    <vt:lpwstr>0</vt:lpwstr>
  </property>
  <property fmtid="{D5CDD505-2E9C-101B-9397-08002B2CF9AE}" pid="9" name="MSIP_Label_3b623b29-abd1-4de3-a20c-27566d79b7c7_Tag">
    <vt:lpwstr>10, 3, 0, 1</vt:lpwstr>
  </property>
</Properties>
</file>