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/>
            </a:pPr>
            <a:r>
              <a:t>PFR — AI-assisted capability check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Structured first pass on Product First requests:</a:t>
            </a:r>
          </a:p>
          <a:p>
            <a:pPr>
              <a:defRPr sz="2200"/>
            </a:pPr>
            <a:r>
              <a:t>value, evidence, and confidence — before you commit people.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Why this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Many requests sound like new product gaps when the answer is often already supported, configurable, or a small change — but proving that takes time.</a:t>
            </a:r>
          </a:p>
          <a:p>
            <a:pPr>
              <a:defRPr sz="2000"/>
            </a:pPr>
            <a:r>
              <a:t>Teams pay in slow triage, backlog noise, and repeated “do we have this?” debates.</a:t>
            </a:r>
          </a:p>
          <a:p>
            <a:pPr>
              <a:defRPr sz="2000"/>
            </a:pPr>
            <a:r>
              <a:t>This skill gives a structured first answer: what the request really needs, what we can show today, and how confident we are — before PM and engineering carry the full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How it thinks (and where humans stay)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Reframe the Feature as a neutral required capability — not only the customer’s frustration.</a:t>
            </a:r>
          </a:p>
          <a:p>
            <a:pPr>
              <a:defRPr sz="2000"/>
            </a:pPr>
            <a:r>
              <a:t>Compare that to observed capability from verified sources, and separate configuration or filters from enforced access or guarantees.</a:t>
            </a:r>
          </a:p>
          <a:p>
            <a:pPr>
              <a:defRPr sz="2000"/>
            </a:pPr>
            <a:r>
              <a:t>Land in one outcome (e.g. already supported, partial gap, true gap, insufficient information) with explicit unknowns when the request is thin.</a:t>
            </a:r>
          </a:p>
          <a:p>
            <a:pPr>
              <a:defRPr sz="2000"/>
            </a:pPr>
            <a:r>
              <a:t>Human review is required when confidence is lower or evidence is thin — the workflow accelerates triage; it does not replace PM or architecture sign-off.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