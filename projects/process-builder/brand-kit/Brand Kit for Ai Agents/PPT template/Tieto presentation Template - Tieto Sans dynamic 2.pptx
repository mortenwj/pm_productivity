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9"/>
  </p:sldMasterIdLst>
  <p:notesMasterIdLst>
    <p:notesMasterId r:id="rId28"/>
  </p:notesMasterIdLst>
  <p:handoutMasterIdLst>
    <p:handoutMasterId r:id="rId29"/>
  </p:handoutMasterIdLst>
  <p:sldIdLst>
    <p:sldId id="256" r:id="rId20"/>
    <p:sldId id="272" r:id="rId21"/>
    <p:sldId id="265" r:id="rId22"/>
    <p:sldId id="275" r:id="rId23"/>
    <p:sldId id="285" r:id="rId24"/>
    <p:sldId id="286" r:id="rId25"/>
    <p:sldId id="287" r:id="rId26"/>
    <p:sldId id="288" r:id="rId27"/>
  </p:sldIdLst>
  <p:sldSz cx="12192000" cy="6858000"/>
  <p:notesSz cx="6858000" cy="9144000"/>
  <p:embeddedFontLst>
    <p:embeddedFont>
      <p:font typeface="Tieto Sans" pitchFamily="2" charset="0"/>
      <p:regular r:id="rId30"/>
      <p:bold r:id="rId31"/>
      <p:italic r:id="rId32"/>
      <p:boldItalic r:id="rId33"/>
    </p:embeddedFont>
    <p:embeddedFont>
      <p:font typeface="Tieto Sans Medium" pitchFamily="2" charset="0"/>
      <p:regular r:id="rId34"/>
      <p:italic r:id="rId35"/>
    </p:embeddedFont>
  </p:embeddedFontLst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10" autoAdjust="0"/>
    <p:restoredTop sz="94621" autoAdjust="0"/>
  </p:normalViewPr>
  <p:slideViewPr>
    <p:cSldViewPr snapToGrid="0" showGuides="1">
      <p:cViewPr varScale="1">
        <p:scale>
          <a:sx n="104" d="100"/>
          <a:sy n="104" d="100"/>
        </p:scale>
        <p:origin x="132" y="2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294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7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2.xml"/><Relationship Id="rId34" Type="http://schemas.openxmlformats.org/officeDocument/2006/relationships/font" Target="fonts/font5.fntdata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6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5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4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1.xml"/><Relationship Id="rId31" Type="http://schemas.openxmlformats.org/officeDocument/2006/relationships/font" Target="fonts/font2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9FA273-E199-41C9-8095-7DD5CEBF55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B2809-BE04-47E1-9FDF-AC3BF785E2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56376-53EC-491F-9D95-B02A0CFB210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313D2-DC2E-487C-A484-C261C3B900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49E73-2B78-4777-85D8-D41CA3F3F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58EC5-5937-49D0-B205-3DB3AB0582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36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72F8D-B116-4CD7-A757-FF786F89BAC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AF984-95C0-4021-BEF5-D91CB9F538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72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69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100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11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">
    <p:bg bwMode="ltGray">
      <p:bgPr>
        <a:solidFill>
          <a:srgbClr val="021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tieto">
            <a:extLst>
              <a:ext uri="{FF2B5EF4-FFF2-40B4-BE49-F238E27FC236}">
                <a16:creationId xmlns:a16="http://schemas.microsoft.com/office/drawing/2014/main" id="{2544F429-9B23-7D56-8DAB-F7E1AEC28B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43536" y="342652"/>
            <a:ext cx="1885701" cy="644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45600" y="1658938"/>
            <a:ext cx="6552000" cy="1771200"/>
          </a:xfrm>
        </p:spPr>
        <p:txBody>
          <a:bodyPr anchor="b"/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45600" y="3776400"/>
            <a:ext cx="6552000" cy="9552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5"/>
                </a:solidFill>
              </a:defRPr>
            </a:lvl1pPr>
            <a:lvl2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2pPr>
            <a:lvl3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3pPr>
            <a:lvl4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4pPr>
            <a:lvl5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5pPr>
            <a:lvl6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6pPr>
            <a:lvl7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7pPr>
            <a:lvl8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8pPr>
            <a:lvl9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EFC25-AE87-6008-E1A4-3ADE644FBE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65520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tx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EE644E-49A2-756E-8B63-43B5F7A288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345600" y="6354887"/>
            <a:ext cx="65520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tx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4B3D5CE-62C8-AEA4-BF83-FD145DFE2D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6168" y="0"/>
            <a:ext cx="49488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3656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picrure" descr="Et billede, der indeholder Elektrisk blå, blå/nedtrykt, skærmbillede, Majorelle-blå&#10;&#10;AI-genereret indhold kan være ukorrekt.">
            <a:extLst>
              <a:ext uri="{FF2B5EF4-FFF2-40B4-BE49-F238E27FC236}">
                <a16:creationId xmlns:a16="http://schemas.microsoft.com/office/drawing/2014/main" id="{CF45B9EC-72CF-5907-BE36-1D20B0A1C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" y="0"/>
            <a:ext cx="12191539" cy="6858000"/>
          </a:xfrm>
          <a:prstGeom prst="rect">
            <a:avLst/>
          </a:prstGeom>
        </p:spPr>
      </p:pic>
      <p:pic>
        <p:nvPicPr>
          <p:cNvPr id="3" name="Logo tieto">
            <a:extLst>
              <a:ext uri="{FF2B5EF4-FFF2-40B4-BE49-F238E27FC236}">
                <a16:creationId xmlns:a16="http://schemas.microsoft.com/office/drawing/2014/main" id="{9636CE31-7661-46C6-D664-5D9485C134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3004" y="5771156"/>
            <a:ext cx="2160522" cy="738000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C7D6CCA3-D98F-4E8C-B9B8-253423212E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45600" y="345600"/>
            <a:ext cx="6552000" cy="27468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66A57BE-C742-4942-BC2C-5CCB046B10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45599" y="3438000"/>
            <a:ext cx="6551999" cy="95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2pPr>
            <a:lvl3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3pPr>
            <a:lvl4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4pPr>
            <a:lvl5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5pPr>
            <a:lvl6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6pPr>
            <a:lvl7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7pPr>
            <a:lvl8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8pPr>
            <a:lvl9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8EC4C90-1333-9FCA-0D89-431BF5911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65520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bg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C70E8C-9775-DD1B-1037-88133A384B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345600" y="6354887"/>
            <a:ext cx="65520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bg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8895039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3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tieto">
            <a:extLst>
              <a:ext uri="{FF2B5EF4-FFF2-40B4-BE49-F238E27FC236}">
                <a16:creationId xmlns:a16="http://schemas.microsoft.com/office/drawing/2014/main" id="{2544F429-9B23-7D56-8DAB-F7E1AEC28B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43536" y="342652"/>
            <a:ext cx="1885701" cy="644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45600" y="1658938"/>
            <a:ext cx="6552000" cy="1771200"/>
          </a:xfrm>
        </p:spPr>
        <p:txBody>
          <a:bodyPr anchor="b"/>
          <a:lstStyle>
            <a:lvl1pPr algn="l">
              <a:defRPr sz="6000" b="0">
                <a:solidFill>
                  <a:srgbClr val="021E57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45600" y="3776400"/>
            <a:ext cx="6552000" cy="9552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rgbClr val="4E60E7"/>
                </a:solidFill>
                <a:latin typeface="+mn-lt"/>
              </a:defRPr>
            </a:lvl1pPr>
            <a:lvl2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2pPr>
            <a:lvl3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3pPr>
            <a:lvl4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4pPr>
            <a:lvl5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5pPr>
            <a:lvl6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6pPr>
            <a:lvl7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7pPr>
            <a:lvl8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8pPr>
            <a:lvl9pPr marL="0" indent="0" algn="l">
              <a:buNone/>
              <a:defRPr sz="2200">
                <a:solidFill>
                  <a:srgbClr val="4E60E7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EFC25-AE87-6008-E1A4-3ADE644FBE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65520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accent6">
                    <a:lumMod val="75000"/>
                  </a:schemeClr>
                </a:solidFill>
              </a:defRPr>
            </a:lvl6pPr>
            <a:lvl7pPr>
              <a:defRPr sz="1400">
                <a:solidFill>
                  <a:schemeClr val="accent6">
                    <a:lumMod val="75000"/>
                  </a:schemeClr>
                </a:solidFill>
              </a:defRPr>
            </a:lvl7pPr>
            <a:lvl8pPr>
              <a:defRPr sz="1400">
                <a:solidFill>
                  <a:schemeClr val="accent6">
                    <a:lumMod val="75000"/>
                  </a:schemeClr>
                </a:solidFill>
              </a:defRPr>
            </a:lvl8pPr>
            <a:lvl9pPr>
              <a:defRPr sz="1400">
                <a:solidFill>
                  <a:schemeClr val="accent6">
                    <a:lumMod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EE644E-49A2-756E-8B63-43B5F7A288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345600" y="6354887"/>
            <a:ext cx="65520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accent6">
                    <a:lumMod val="75000"/>
                  </a:schemeClr>
                </a:solidFill>
              </a:defRPr>
            </a:lvl6pPr>
            <a:lvl7pPr>
              <a:defRPr sz="1400">
                <a:solidFill>
                  <a:schemeClr val="accent6">
                    <a:lumMod val="75000"/>
                  </a:schemeClr>
                </a:solidFill>
              </a:defRPr>
            </a:lvl7pPr>
            <a:lvl8pPr>
              <a:defRPr sz="1400">
                <a:solidFill>
                  <a:schemeClr val="accent6">
                    <a:lumMod val="75000"/>
                  </a:schemeClr>
                </a:solidFill>
              </a:defRPr>
            </a:lvl8pPr>
            <a:lvl9pPr>
              <a:defRPr sz="1400">
                <a:solidFill>
                  <a:schemeClr val="accent6">
                    <a:lumMod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4B3D5CE-62C8-AEA4-BF83-FD145DFE2D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6168" y="0"/>
            <a:ext cx="49488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5621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387E0D-B218-0FCD-04E8-3E46330A33D9}"/>
              </a:ext>
            </a:extLst>
          </p:cNvPr>
          <p:cNvSpPr/>
          <p:nvPr userDrawn="1"/>
        </p:nvSpPr>
        <p:spPr>
          <a:xfrm>
            <a:off x="7289317" y="0"/>
            <a:ext cx="490268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6474245-6F11-647A-C136-F4F6506A398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6168" y="0"/>
            <a:ext cx="4948800" cy="6858000"/>
          </a:xfrm>
          <a:custGeom>
            <a:avLst/>
            <a:gdLst>
              <a:gd name="connsiteX0" fmla="*/ 3895412 w 4948800"/>
              <a:gd name="connsiteY0" fmla="*/ 5575243 h 6858000"/>
              <a:gd name="connsiteX1" fmla="*/ 4270977 w 4948800"/>
              <a:gd name="connsiteY1" fmla="*/ 5575243 h 6858000"/>
              <a:gd name="connsiteX2" fmla="*/ 4351465 w 4948800"/>
              <a:gd name="connsiteY2" fmla="*/ 5655677 h 6858000"/>
              <a:gd name="connsiteX3" fmla="*/ 4351465 w 4948800"/>
              <a:gd name="connsiteY3" fmla="*/ 6227641 h 6858000"/>
              <a:gd name="connsiteX4" fmla="*/ 4270977 w 4948800"/>
              <a:gd name="connsiteY4" fmla="*/ 6308075 h 6858000"/>
              <a:gd name="connsiteX5" fmla="*/ 3895412 w 4948800"/>
              <a:gd name="connsiteY5" fmla="*/ 6308075 h 6858000"/>
              <a:gd name="connsiteX6" fmla="*/ 3814945 w 4948800"/>
              <a:gd name="connsiteY6" fmla="*/ 6227641 h 6858000"/>
              <a:gd name="connsiteX7" fmla="*/ 3814945 w 4948800"/>
              <a:gd name="connsiteY7" fmla="*/ 5655677 h 6858000"/>
              <a:gd name="connsiteX8" fmla="*/ 3895412 w 4948800"/>
              <a:gd name="connsiteY8" fmla="*/ 5575243 h 6858000"/>
              <a:gd name="connsiteX9" fmla="*/ 1950562 w 4948800"/>
              <a:gd name="connsiteY9" fmla="*/ 5575243 h 6858000"/>
              <a:gd name="connsiteX10" fmla="*/ 2288119 w 4948800"/>
              <a:gd name="connsiteY10" fmla="*/ 5575243 h 6858000"/>
              <a:gd name="connsiteX11" fmla="*/ 2355183 w 4948800"/>
              <a:gd name="connsiteY11" fmla="*/ 5640037 h 6858000"/>
              <a:gd name="connsiteX12" fmla="*/ 2308239 w 4948800"/>
              <a:gd name="connsiteY12" fmla="*/ 5711532 h 6858000"/>
              <a:gd name="connsiteX13" fmla="*/ 1870086 w 4948800"/>
              <a:gd name="connsiteY13" fmla="*/ 5926019 h 6858000"/>
              <a:gd name="connsiteX14" fmla="*/ 1870086 w 4948800"/>
              <a:gd name="connsiteY14" fmla="*/ 5655677 h 6858000"/>
              <a:gd name="connsiteX15" fmla="*/ 1950562 w 4948800"/>
              <a:gd name="connsiteY15" fmla="*/ 5575243 h 6858000"/>
              <a:gd name="connsiteX16" fmla="*/ 1217329 w 4948800"/>
              <a:gd name="connsiteY16" fmla="*/ 5383099 h 6858000"/>
              <a:gd name="connsiteX17" fmla="*/ 1217329 w 4948800"/>
              <a:gd name="connsiteY17" fmla="*/ 6504687 h 6858000"/>
              <a:gd name="connsiteX18" fmla="*/ 1463231 w 4948800"/>
              <a:gd name="connsiteY18" fmla="*/ 6504687 h 6858000"/>
              <a:gd name="connsiteX19" fmla="*/ 1463231 w 4948800"/>
              <a:gd name="connsiteY19" fmla="*/ 5383099 h 6858000"/>
              <a:gd name="connsiteX20" fmla="*/ 3859658 w 4948800"/>
              <a:gd name="connsiteY20" fmla="*/ 5374162 h 6858000"/>
              <a:gd name="connsiteX21" fmla="*/ 3569052 w 4948800"/>
              <a:gd name="connsiteY21" fmla="*/ 5664614 h 6858000"/>
              <a:gd name="connsiteX22" fmla="*/ 3569052 w 4948800"/>
              <a:gd name="connsiteY22" fmla="*/ 6218705 h 6858000"/>
              <a:gd name="connsiteX23" fmla="*/ 3859658 w 4948800"/>
              <a:gd name="connsiteY23" fmla="*/ 6509156 h 6858000"/>
              <a:gd name="connsiteX24" fmla="*/ 4306751 w 4948800"/>
              <a:gd name="connsiteY24" fmla="*/ 6509156 h 6858000"/>
              <a:gd name="connsiteX25" fmla="*/ 4597358 w 4948800"/>
              <a:gd name="connsiteY25" fmla="*/ 6218705 h 6858000"/>
              <a:gd name="connsiteX26" fmla="*/ 4597358 w 4948800"/>
              <a:gd name="connsiteY26" fmla="*/ 5664614 h 6858000"/>
              <a:gd name="connsiteX27" fmla="*/ 4306751 w 4948800"/>
              <a:gd name="connsiteY27" fmla="*/ 5374162 h 6858000"/>
              <a:gd name="connsiteX28" fmla="*/ 1914795 w 4948800"/>
              <a:gd name="connsiteY28" fmla="*/ 5374162 h 6858000"/>
              <a:gd name="connsiteX29" fmla="*/ 1624185 w 4948800"/>
              <a:gd name="connsiteY29" fmla="*/ 5664614 h 6858000"/>
              <a:gd name="connsiteX30" fmla="*/ 1624185 w 4948800"/>
              <a:gd name="connsiteY30" fmla="*/ 6214236 h 6858000"/>
              <a:gd name="connsiteX31" fmla="*/ 1914795 w 4948800"/>
              <a:gd name="connsiteY31" fmla="*/ 6504687 h 6858000"/>
              <a:gd name="connsiteX32" fmla="*/ 2583193 w 4948800"/>
              <a:gd name="connsiteY32" fmla="*/ 6504687 h 6858000"/>
              <a:gd name="connsiteX33" fmla="*/ 2583193 w 4948800"/>
              <a:gd name="connsiteY33" fmla="*/ 6303606 h 6858000"/>
              <a:gd name="connsiteX34" fmla="*/ 1950562 w 4948800"/>
              <a:gd name="connsiteY34" fmla="*/ 6303606 h 6858000"/>
              <a:gd name="connsiteX35" fmla="*/ 1870086 w 4948800"/>
              <a:gd name="connsiteY35" fmla="*/ 6223174 h 6858000"/>
              <a:gd name="connsiteX36" fmla="*/ 1870086 w 4948800"/>
              <a:gd name="connsiteY36" fmla="*/ 6158380 h 6858000"/>
              <a:gd name="connsiteX37" fmla="*/ 2428953 w 4948800"/>
              <a:gd name="connsiteY37" fmla="*/ 5885804 h 6858000"/>
              <a:gd name="connsiteX38" fmla="*/ 2601091 w 4948800"/>
              <a:gd name="connsiteY38" fmla="*/ 5633335 h 6858000"/>
              <a:gd name="connsiteX39" fmla="*/ 2323885 w 4948800"/>
              <a:gd name="connsiteY39" fmla="*/ 5374162 h 6858000"/>
              <a:gd name="connsiteX40" fmla="*/ 2976634 w 4948800"/>
              <a:gd name="connsiteY40" fmla="*/ 5061369 h 6858000"/>
              <a:gd name="connsiteX41" fmla="*/ 2746394 w 4948800"/>
              <a:gd name="connsiteY41" fmla="*/ 5173081 h 6858000"/>
              <a:gd name="connsiteX42" fmla="*/ 2746394 w 4948800"/>
              <a:gd name="connsiteY42" fmla="*/ 6214236 h 6858000"/>
              <a:gd name="connsiteX43" fmla="*/ 3037000 w 4948800"/>
              <a:gd name="connsiteY43" fmla="*/ 6504687 h 6858000"/>
              <a:gd name="connsiteX44" fmla="*/ 3443849 w 4948800"/>
              <a:gd name="connsiteY44" fmla="*/ 6504687 h 6858000"/>
              <a:gd name="connsiteX45" fmla="*/ 3443849 w 4948800"/>
              <a:gd name="connsiteY45" fmla="*/ 6303606 h 6858000"/>
              <a:gd name="connsiteX46" fmla="*/ 3072775 w 4948800"/>
              <a:gd name="connsiteY46" fmla="*/ 6303606 h 6858000"/>
              <a:gd name="connsiteX47" fmla="*/ 2992287 w 4948800"/>
              <a:gd name="connsiteY47" fmla="*/ 6223174 h 6858000"/>
              <a:gd name="connsiteX48" fmla="*/ 2992287 w 4948800"/>
              <a:gd name="connsiteY48" fmla="*/ 5584182 h 6858000"/>
              <a:gd name="connsiteX49" fmla="*/ 3443849 w 4948800"/>
              <a:gd name="connsiteY49" fmla="*/ 5584182 h 6858000"/>
              <a:gd name="connsiteX50" fmla="*/ 3443849 w 4948800"/>
              <a:gd name="connsiteY50" fmla="*/ 5383099 h 6858000"/>
              <a:gd name="connsiteX51" fmla="*/ 2992287 w 4948800"/>
              <a:gd name="connsiteY51" fmla="*/ 5383099 h 6858000"/>
              <a:gd name="connsiteX52" fmla="*/ 2992287 w 4948800"/>
              <a:gd name="connsiteY52" fmla="*/ 5061369 h 6858000"/>
              <a:gd name="connsiteX53" fmla="*/ 1217329 w 4948800"/>
              <a:gd name="connsiteY53" fmla="*/ 5061369 h 6858000"/>
              <a:gd name="connsiteX54" fmla="*/ 1217329 w 4948800"/>
              <a:gd name="connsiteY54" fmla="*/ 5284792 h 6858000"/>
              <a:gd name="connsiteX55" fmla="*/ 1463231 w 4948800"/>
              <a:gd name="connsiteY55" fmla="*/ 5284792 h 6858000"/>
              <a:gd name="connsiteX56" fmla="*/ 1463231 w 4948800"/>
              <a:gd name="connsiteY56" fmla="*/ 5061369 h 6858000"/>
              <a:gd name="connsiteX57" fmla="*/ 589162 w 4948800"/>
              <a:gd name="connsiteY57" fmla="*/ 5061369 h 6858000"/>
              <a:gd name="connsiteX58" fmla="*/ 358909 w 4948800"/>
              <a:gd name="connsiteY58" fmla="*/ 5173081 h 6858000"/>
              <a:gd name="connsiteX59" fmla="*/ 358909 w 4948800"/>
              <a:gd name="connsiteY59" fmla="*/ 6214236 h 6858000"/>
              <a:gd name="connsiteX60" fmla="*/ 649520 w 4948800"/>
              <a:gd name="connsiteY60" fmla="*/ 6504687 h 6858000"/>
              <a:gd name="connsiteX61" fmla="*/ 1056375 w 4948800"/>
              <a:gd name="connsiteY61" fmla="*/ 6504687 h 6858000"/>
              <a:gd name="connsiteX62" fmla="*/ 1056375 w 4948800"/>
              <a:gd name="connsiteY62" fmla="*/ 6303606 h 6858000"/>
              <a:gd name="connsiteX63" fmla="*/ 685288 w 4948800"/>
              <a:gd name="connsiteY63" fmla="*/ 6303606 h 6858000"/>
              <a:gd name="connsiteX64" fmla="*/ 604810 w 4948800"/>
              <a:gd name="connsiteY64" fmla="*/ 6223174 h 6858000"/>
              <a:gd name="connsiteX65" fmla="*/ 604810 w 4948800"/>
              <a:gd name="connsiteY65" fmla="*/ 5584182 h 6858000"/>
              <a:gd name="connsiteX66" fmla="*/ 1056375 w 4948800"/>
              <a:gd name="connsiteY66" fmla="*/ 5584182 h 6858000"/>
              <a:gd name="connsiteX67" fmla="*/ 1056375 w 4948800"/>
              <a:gd name="connsiteY67" fmla="*/ 5383099 h 6858000"/>
              <a:gd name="connsiteX68" fmla="*/ 604810 w 4948800"/>
              <a:gd name="connsiteY68" fmla="*/ 5383099 h 6858000"/>
              <a:gd name="connsiteX69" fmla="*/ 604810 w 4948800"/>
              <a:gd name="connsiteY69" fmla="*/ 5061369 h 6858000"/>
              <a:gd name="connsiteX70" fmla="*/ 0 w 4948800"/>
              <a:gd name="connsiteY70" fmla="*/ 0 h 6858000"/>
              <a:gd name="connsiteX71" fmla="*/ 4948800 w 4948800"/>
              <a:gd name="connsiteY71" fmla="*/ 0 h 6858000"/>
              <a:gd name="connsiteX72" fmla="*/ 4948800 w 4948800"/>
              <a:gd name="connsiteY72" fmla="*/ 6858000 h 6858000"/>
              <a:gd name="connsiteX73" fmla="*/ 0 w 4948800"/>
              <a:gd name="connsiteY7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48800" h="6858000">
                <a:moveTo>
                  <a:pt x="3895412" y="5575243"/>
                </a:moveTo>
                <a:lnTo>
                  <a:pt x="4270977" y="5575243"/>
                </a:lnTo>
                <a:cubicBezTo>
                  <a:pt x="4320159" y="5575243"/>
                  <a:pt x="4351465" y="5606524"/>
                  <a:pt x="4351465" y="5655677"/>
                </a:cubicBezTo>
                <a:lnTo>
                  <a:pt x="4351465" y="6227641"/>
                </a:lnTo>
                <a:cubicBezTo>
                  <a:pt x="4351465" y="6276795"/>
                  <a:pt x="4320159" y="6308075"/>
                  <a:pt x="4270977" y="6308075"/>
                </a:cubicBezTo>
                <a:lnTo>
                  <a:pt x="3895412" y="6308075"/>
                </a:lnTo>
                <a:cubicBezTo>
                  <a:pt x="3846250" y="6308075"/>
                  <a:pt x="3814945" y="6276795"/>
                  <a:pt x="3814945" y="6227641"/>
                </a:cubicBezTo>
                <a:lnTo>
                  <a:pt x="3814945" y="5655677"/>
                </a:lnTo>
                <a:cubicBezTo>
                  <a:pt x="3814945" y="5606524"/>
                  <a:pt x="3846250" y="5575243"/>
                  <a:pt x="3895412" y="5575243"/>
                </a:cubicBezTo>
                <a:close/>
                <a:moveTo>
                  <a:pt x="1950562" y="5575243"/>
                </a:moveTo>
                <a:lnTo>
                  <a:pt x="2288119" y="5575243"/>
                </a:lnTo>
                <a:cubicBezTo>
                  <a:pt x="2332828" y="5575243"/>
                  <a:pt x="2355183" y="5602055"/>
                  <a:pt x="2355183" y="5640037"/>
                </a:cubicBezTo>
                <a:cubicBezTo>
                  <a:pt x="2355183" y="5680254"/>
                  <a:pt x="2337300" y="5695892"/>
                  <a:pt x="2308239" y="5711532"/>
                </a:cubicBezTo>
                <a:lnTo>
                  <a:pt x="1870086" y="5926019"/>
                </a:lnTo>
                <a:lnTo>
                  <a:pt x="1870086" y="5655677"/>
                </a:lnTo>
                <a:cubicBezTo>
                  <a:pt x="1870086" y="5606524"/>
                  <a:pt x="1901384" y="5575243"/>
                  <a:pt x="1950562" y="5575243"/>
                </a:cubicBezTo>
                <a:close/>
                <a:moveTo>
                  <a:pt x="1217329" y="5383099"/>
                </a:moveTo>
                <a:lnTo>
                  <a:pt x="1217329" y="6504687"/>
                </a:lnTo>
                <a:lnTo>
                  <a:pt x="1463231" y="6504687"/>
                </a:lnTo>
                <a:lnTo>
                  <a:pt x="1463231" y="5383099"/>
                </a:lnTo>
                <a:close/>
                <a:moveTo>
                  <a:pt x="3859658" y="5374162"/>
                </a:moveTo>
                <a:cubicBezTo>
                  <a:pt x="3694233" y="5374162"/>
                  <a:pt x="3569052" y="5499281"/>
                  <a:pt x="3569052" y="5664614"/>
                </a:cubicBezTo>
                <a:lnTo>
                  <a:pt x="3569052" y="6218705"/>
                </a:lnTo>
                <a:cubicBezTo>
                  <a:pt x="3569052" y="6384038"/>
                  <a:pt x="3694233" y="6509156"/>
                  <a:pt x="3859658" y="6509156"/>
                </a:cubicBezTo>
                <a:lnTo>
                  <a:pt x="4306751" y="6509156"/>
                </a:lnTo>
                <a:cubicBezTo>
                  <a:pt x="4472177" y="6509156"/>
                  <a:pt x="4597358" y="6384038"/>
                  <a:pt x="4597358" y="6218705"/>
                </a:cubicBezTo>
                <a:lnTo>
                  <a:pt x="4597358" y="5664614"/>
                </a:lnTo>
                <a:cubicBezTo>
                  <a:pt x="4597358" y="5499281"/>
                  <a:pt x="4472177" y="5374162"/>
                  <a:pt x="4306751" y="5374162"/>
                </a:cubicBezTo>
                <a:close/>
                <a:moveTo>
                  <a:pt x="1914795" y="5374162"/>
                </a:moveTo>
                <a:cubicBezTo>
                  <a:pt x="1749370" y="5374162"/>
                  <a:pt x="1624185" y="5499281"/>
                  <a:pt x="1624185" y="5664614"/>
                </a:cubicBezTo>
                <a:lnTo>
                  <a:pt x="1624185" y="6214236"/>
                </a:lnTo>
                <a:cubicBezTo>
                  <a:pt x="1624185" y="6379571"/>
                  <a:pt x="1749370" y="6504687"/>
                  <a:pt x="1914795" y="6504687"/>
                </a:cubicBezTo>
                <a:lnTo>
                  <a:pt x="2583193" y="6504687"/>
                </a:lnTo>
                <a:lnTo>
                  <a:pt x="2583193" y="6303606"/>
                </a:lnTo>
                <a:lnTo>
                  <a:pt x="1950562" y="6303606"/>
                </a:lnTo>
                <a:cubicBezTo>
                  <a:pt x="1901384" y="6303606"/>
                  <a:pt x="1870086" y="6272328"/>
                  <a:pt x="1870086" y="6223174"/>
                </a:cubicBezTo>
                <a:lnTo>
                  <a:pt x="1870086" y="6158380"/>
                </a:lnTo>
                <a:lnTo>
                  <a:pt x="2428953" y="5885804"/>
                </a:lnTo>
                <a:cubicBezTo>
                  <a:pt x="2558601" y="5823245"/>
                  <a:pt x="2601091" y="5751749"/>
                  <a:pt x="2601091" y="5633335"/>
                </a:cubicBezTo>
                <a:cubicBezTo>
                  <a:pt x="2601091" y="5494811"/>
                  <a:pt x="2500480" y="5374162"/>
                  <a:pt x="2323885" y="5374162"/>
                </a:cubicBezTo>
                <a:close/>
                <a:moveTo>
                  <a:pt x="2976634" y="5061369"/>
                </a:moveTo>
                <a:lnTo>
                  <a:pt x="2746394" y="5173081"/>
                </a:lnTo>
                <a:lnTo>
                  <a:pt x="2746394" y="6214236"/>
                </a:lnTo>
                <a:cubicBezTo>
                  <a:pt x="2746394" y="6384038"/>
                  <a:pt x="2867106" y="6504687"/>
                  <a:pt x="3037000" y="6504687"/>
                </a:cubicBezTo>
                <a:lnTo>
                  <a:pt x="3443849" y="6504687"/>
                </a:lnTo>
                <a:lnTo>
                  <a:pt x="3443849" y="6303606"/>
                </a:lnTo>
                <a:lnTo>
                  <a:pt x="3072775" y="6303606"/>
                </a:lnTo>
                <a:cubicBezTo>
                  <a:pt x="3023593" y="6303606"/>
                  <a:pt x="2992287" y="6272328"/>
                  <a:pt x="2992287" y="6223174"/>
                </a:cubicBezTo>
                <a:lnTo>
                  <a:pt x="2992287" y="5584182"/>
                </a:lnTo>
                <a:lnTo>
                  <a:pt x="3443849" y="5584182"/>
                </a:lnTo>
                <a:lnTo>
                  <a:pt x="3443849" y="5383099"/>
                </a:lnTo>
                <a:lnTo>
                  <a:pt x="2992287" y="5383099"/>
                </a:lnTo>
                <a:lnTo>
                  <a:pt x="2992287" y="5061369"/>
                </a:lnTo>
                <a:close/>
                <a:moveTo>
                  <a:pt x="1217329" y="5061369"/>
                </a:moveTo>
                <a:lnTo>
                  <a:pt x="1217329" y="5284792"/>
                </a:lnTo>
                <a:lnTo>
                  <a:pt x="1463231" y="5284792"/>
                </a:lnTo>
                <a:lnTo>
                  <a:pt x="1463231" y="5061369"/>
                </a:lnTo>
                <a:close/>
                <a:moveTo>
                  <a:pt x="589162" y="5061369"/>
                </a:moveTo>
                <a:lnTo>
                  <a:pt x="358909" y="5173081"/>
                </a:lnTo>
                <a:lnTo>
                  <a:pt x="358909" y="6214236"/>
                </a:lnTo>
                <a:cubicBezTo>
                  <a:pt x="358909" y="6384038"/>
                  <a:pt x="479624" y="6504687"/>
                  <a:pt x="649520" y="6504687"/>
                </a:cubicBezTo>
                <a:lnTo>
                  <a:pt x="1056375" y="6504687"/>
                </a:lnTo>
                <a:lnTo>
                  <a:pt x="1056375" y="6303606"/>
                </a:lnTo>
                <a:lnTo>
                  <a:pt x="685288" y="6303606"/>
                </a:lnTo>
                <a:cubicBezTo>
                  <a:pt x="636108" y="6303606"/>
                  <a:pt x="604810" y="6272328"/>
                  <a:pt x="604810" y="6223174"/>
                </a:cubicBezTo>
                <a:lnTo>
                  <a:pt x="604810" y="5584182"/>
                </a:lnTo>
                <a:lnTo>
                  <a:pt x="1056375" y="5584182"/>
                </a:lnTo>
                <a:lnTo>
                  <a:pt x="1056375" y="5383099"/>
                </a:lnTo>
                <a:lnTo>
                  <a:pt x="604810" y="5383099"/>
                </a:lnTo>
                <a:lnTo>
                  <a:pt x="604810" y="5061369"/>
                </a:lnTo>
                <a:close/>
                <a:moveTo>
                  <a:pt x="0" y="0"/>
                </a:moveTo>
                <a:lnTo>
                  <a:pt x="4948800" y="0"/>
                </a:lnTo>
                <a:lnTo>
                  <a:pt x="4948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5600" y="345600"/>
            <a:ext cx="6555600" cy="2746800"/>
          </a:xfrm>
        </p:spPr>
        <p:txBody>
          <a:bodyPr anchor="b"/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5599" y="3438000"/>
            <a:ext cx="6555599" cy="95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5"/>
                </a:solidFill>
                <a:latin typeface="+mn-lt"/>
              </a:defRPr>
            </a:lvl1pPr>
            <a:lvl2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2pPr>
            <a:lvl3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3pPr>
            <a:lvl4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4pPr>
            <a:lvl5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5pPr>
            <a:lvl6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6pPr>
            <a:lvl7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7pPr>
            <a:lvl8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8pPr>
            <a:lvl9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200924E-0ECE-8050-72C2-D941253DA6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65520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tx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F9EA16E-2D26-EA04-050B-B4801CB8DF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345600" y="6354887"/>
            <a:ext cx="65520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tx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808022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CC86D-A9F1-4C7F-8A8B-0E2535F8A86C}"/>
              </a:ext>
            </a:extLst>
          </p:cNvPr>
          <p:cNvSpPr/>
          <p:nvPr userDrawn="1"/>
        </p:nvSpPr>
        <p:spPr>
          <a:xfrm>
            <a:off x="7289317" y="0"/>
            <a:ext cx="49026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F6730-849B-5E93-DFBF-6223DC2A39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6168" y="0"/>
            <a:ext cx="4948800" cy="6858000"/>
          </a:xfrm>
          <a:custGeom>
            <a:avLst/>
            <a:gdLst>
              <a:gd name="connsiteX0" fmla="*/ 3895412 w 4948800"/>
              <a:gd name="connsiteY0" fmla="*/ 5575243 h 6858000"/>
              <a:gd name="connsiteX1" fmla="*/ 4270977 w 4948800"/>
              <a:gd name="connsiteY1" fmla="*/ 5575243 h 6858000"/>
              <a:gd name="connsiteX2" fmla="*/ 4351465 w 4948800"/>
              <a:gd name="connsiteY2" fmla="*/ 5655677 h 6858000"/>
              <a:gd name="connsiteX3" fmla="*/ 4351465 w 4948800"/>
              <a:gd name="connsiteY3" fmla="*/ 6227641 h 6858000"/>
              <a:gd name="connsiteX4" fmla="*/ 4270977 w 4948800"/>
              <a:gd name="connsiteY4" fmla="*/ 6308075 h 6858000"/>
              <a:gd name="connsiteX5" fmla="*/ 3895412 w 4948800"/>
              <a:gd name="connsiteY5" fmla="*/ 6308075 h 6858000"/>
              <a:gd name="connsiteX6" fmla="*/ 3814945 w 4948800"/>
              <a:gd name="connsiteY6" fmla="*/ 6227641 h 6858000"/>
              <a:gd name="connsiteX7" fmla="*/ 3814945 w 4948800"/>
              <a:gd name="connsiteY7" fmla="*/ 5655677 h 6858000"/>
              <a:gd name="connsiteX8" fmla="*/ 3895412 w 4948800"/>
              <a:gd name="connsiteY8" fmla="*/ 5575243 h 6858000"/>
              <a:gd name="connsiteX9" fmla="*/ 1950562 w 4948800"/>
              <a:gd name="connsiteY9" fmla="*/ 5575243 h 6858000"/>
              <a:gd name="connsiteX10" fmla="*/ 2288119 w 4948800"/>
              <a:gd name="connsiteY10" fmla="*/ 5575243 h 6858000"/>
              <a:gd name="connsiteX11" fmla="*/ 2355183 w 4948800"/>
              <a:gd name="connsiteY11" fmla="*/ 5640037 h 6858000"/>
              <a:gd name="connsiteX12" fmla="*/ 2308239 w 4948800"/>
              <a:gd name="connsiteY12" fmla="*/ 5711532 h 6858000"/>
              <a:gd name="connsiteX13" fmla="*/ 1870086 w 4948800"/>
              <a:gd name="connsiteY13" fmla="*/ 5926019 h 6858000"/>
              <a:gd name="connsiteX14" fmla="*/ 1870086 w 4948800"/>
              <a:gd name="connsiteY14" fmla="*/ 5655677 h 6858000"/>
              <a:gd name="connsiteX15" fmla="*/ 1950562 w 4948800"/>
              <a:gd name="connsiteY15" fmla="*/ 5575243 h 6858000"/>
              <a:gd name="connsiteX16" fmla="*/ 1217329 w 4948800"/>
              <a:gd name="connsiteY16" fmla="*/ 5383099 h 6858000"/>
              <a:gd name="connsiteX17" fmla="*/ 1217329 w 4948800"/>
              <a:gd name="connsiteY17" fmla="*/ 6504687 h 6858000"/>
              <a:gd name="connsiteX18" fmla="*/ 1463231 w 4948800"/>
              <a:gd name="connsiteY18" fmla="*/ 6504687 h 6858000"/>
              <a:gd name="connsiteX19" fmla="*/ 1463231 w 4948800"/>
              <a:gd name="connsiteY19" fmla="*/ 5383099 h 6858000"/>
              <a:gd name="connsiteX20" fmla="*/ 3859658 w 4948800"/>
              <a:gd name="connsiteY20" fmla="*/ 5374162 h 6858000"/>
              <a:gd name="connsiteX21" fmla="*/ 3569052 w 4948800"/>
              <a:gd name="connsiteY21" fmla="*/ 5664614 h 6858000"/>
              <a:gd name="connsiteX22" fmla="*/ 3569052 w 4948800"/>
              <a:gd name="connsiteY22" fmla="*/ 6218705 h 6858000"/>
              <a:gd name="connsiteX23" fmla="*/ 3859658 w 4948800"/>
              <a:gd name="connsiteY23" fmla="*/ 6509156 h 6858000"/>
              <a:gd name="connsiteX24" fmla="*/ 4306751 w 4948800"/>
              <a:gd name="connsiteY24" fmla="*/ 6509156 h 6858000"/>
              <a:gd name="connsiteX25" fmla="*/ 4597358 w 4948800"/>
              <a:gd name="connsiteY25" fmla="*/ 6218705 h 6858000"/>
              <a:gd name="connsiteX26" fmla="*/ 4597358 w 4948800"/>
              <a:gd name="connsiteY26" fmla="*/ 5664614 h 6858000"/>
              <a:gd name="connsiteX27" fmla="*/ 4306751 w 4948800"/>
              <a:gd name="connsiteY27" fmla="*/ 5374162 h 6858000"/>
              <a:gd name="connsiteX28" fmla="*/ 1914795 w 4948800"/>
              <a:gd name="connsiteY28" fmla="*/ 5374162 h 6858000"/>
              <a:gd name="connsiteX29" fmla="*/ 1624185 w 4948800"/>
              <a:gd name="connsiteY29" fmla="*/ 5664614 h 6858000"/>
              <a:gd name="connsiteX30" fmla="*/ 1624185 w 4948800"/>
              <a:gd name="connsiteY30" fmla="*/ 6214236 h 6858000"/>
              <a:gd name="connsiteX31" fmla="*/ 1914795 w 4948800"/>
              <a:gd name="connsiteY31" fmla="*/ 6504687 h 6858000"/>
              <a:gd name="connsiteX32" fmla="*/ 2583193 w 4948800"/>
              <a:gd name="connsiteY32" fmla="*/ 6504687 h 6858000"/>
              <a:gd name="connsiteX33" fmla="*/ 2583193 w 4948800"/>
              <a:gd name="connsiteY33" fmla="*/ 6303606 h 6858000"/>
              <a:gd name="connsiteX34" fmla="*/ 1950562 w 4948800"/>
              <a:gd name="connsiteY34" fmla="*/ 6303606 h 6858000"/>
              <a:gd name="connsiteX35" fmla="*/ 1870086 w 4948800"/>
              <a:gd name="connsiteY35" fmla="*/ 6223174 h 6858000"/>
              <a:gd name="connsiteX36" fmla="*/ 1870086 w 4948800"/>
              <a:gd name="connsiteY36" fmla="*/ 6158380 h 6858000"/>
              <a:gd name="connsiteX37" fmla="*/ 2428953 w 4948800"/>
              <a:gd name="connsiteY37" fmla="*/ 5885804 h 6858000"/>
              <a:gd name="connsiteX38" fmla="*/ 2601091 w 4948800"/>
              <a:gd name="connsiteY38" fmla="*/ 5633335 h 6858000"/>
              <a:gd name="connsiteX39" fmla="*/ 2323885 w 4948800"/>
              <a:gd name="connsiteY39" fmla="*/ 5374162 h 6858000"/>
              <a:gd name="connsiteX40" fmla="*/ 2976634 w 4948800"/>
              <a:gd name="connsiteY40" fmla="*/ 5061369 h 6858000"/>
              <a:gd name="connsiteX41" fmla="*/ 2746394 w 4948800"/>
              <a:gd name="connsiteY41" fmla="*/ 5173081 h 6858000"/>
              <a:gd name="connsiteX42" fmla="*/ 2746394 w 4948800"/>
              <a:gd name="connsiteY42" fmla="*/ 6214236 h 6858000"/>
              <a:gd name="connsiteX43" fmla="*/ 3037000 w 4948800"/>
              <a:gd name="connsiteY43" fmla="*/ 6504687 h 6858000"/>
              <a:gd name="connsiteX44" fmla="*/ 3443849 w 4948800"/>
              <a:gd name="connsiteY44" fmla="*/ 6504687 h 6858000"/>
              <a:gd name="connsiteX45" fmla="*/ 3443849 w 4948800"/>
              <a:gd name="connsiteY45" fmla="*/ 6303606 h 6858000"/>
              <a:gd name="connsiteX46" fmla="*/ 3072775 w 4948800"/>
              <a:gd name="connsiteY46" fmla="*/ 6303606 h 6858000"/>
              <a:gd name="connsiteX47" fmla="*/ 2992287 w 4948800"/>
              <a:gd name="connsiteY47" fmla="*/ 6223174 h 6858000"/>
              <a:gd name="connsiteX48" fmla="*/ 2992287 w 4948800"/>
              <a:gd name="connsiteY48" fmla="*/ 5584182 h 6858000"/>
              <a:gd name="connsiteX49" fmla="*/ 3443849 w 4948800"/>
              <a:gd name="connsiteY49" fmla="*/ 5584182 h 6858000"/>
              <a:gd name="connsiteX50" fmla="*/ 3443849 w 4948800"/>
              <a:gd name="connsiteY50" fmla="*/ 5383099 h 6858000"/>
              <a:gd name="connsiteX51" fmla="*/ 2992287 w 4948800"/>
              <a:gd name="connsiteY51" fmla="*/ 5383099 h 6858000"/>
              <a:gd name="connsiteX52" fmla="*/ 2992287 w 4948800"/>
              <a:gd name="connsiteY52" fmla="*/ 5061369 h 6858000"/>
              <a:gd name="connsiteX53" fmla="*/ 1217329 w 4948800"/>
              <a:gd name="connsiteY53" fmla="*/ 5061369 h 6858000"/>
              <a:gd name="connsiteX54" fmla="*/ 1217329 w 4948800"/>
              <a:gd name="connsiteY54" fmla="*/ 5284792 h 6858000"/>
              <a:gd name="connsiteX55" fmla="*/ 1463231 w 4948800"/>
              <a:gd name="connsiteY55" fmla="*/ 5284792 h 6858000"/>
              <a:gd name="connsiteX56" fmla="*/ 1463231 w 4948800"/>
              <a:gd name="connsiteY56" fmla="*/ 5061369 h 6858000"/>
              <a:gd name="connsiteX57" fmla="*/ 589162 w 4948800"/>
              <a:gd name="connsiteY57" fmla="*/ 5061369 h 6858000"/>
              <a:gd name="connsiteX58" fmla="*/ 358909 w 4948800"/>
              <a:gd name="connsiteY58" fmla="*/ 5173081 h 6858000"/>
              <a:gd name="connsiteX59" fmla="*/ 358909 w 4948800"/>
              <a:gd name="connsiteY59" fmla="*/ 6214236 h 6858000"/>
              <a:gd name="connsiteX60" fmla="*/ 649520 w 4948800"/>
              <a:gd name="connsiteY60" fmla="*/ 6504687 h 6858000"/>
              <a:gd name="connsiteX61" fmla="*/ 1056375 w 4948800"/>
              <a:gd name="connsiteY61" fmla="*/ 6504687 h 6858000"/>
              <a:gd name="connsiteX62" fmla="*/ 1056375 w 4948800"/>
              <a:gd name="connsiteY62" fmla="*/ 6303606 h 6858000"/>
              <a:gd name="connsiteX63" fmla="*/ 685288 w 4948800"/>
              <a:gd name="connsiteY63" fmla="*/ 6303606 h 6858000"/>
              <a:gd name="connsiteX64" fmla="*/ 604810 w 4948800"/>
              <a:gd name="connsiteY64" fmla="*/ 6223174 h 6858000"/>
              <a:gd name="connsiteX65" fmla="*/ 604810 w 4948800"/>
              <a:gd name="connsiteY65" fmla="*/ 5584182 h 6858000"/>
              <a:gd name="connsiteX66" fmla="*/ 1056375 w 4948800"/>
              <a:gd name="connsiteY66" fmla="*/ 5584182 h 6858000"/>
              <a:gd name="connsiteX67" fmla="*/ 1056375 w 4948800"/>
              <a:gd name="connsiteY67" fmla="*/ 5383099 h 6858000"/>
              <a:gd name="connsiteX68" fmla="*/ 604810 w 4948800"/>
              <a:gd name="connsiteY68" fmla="*/ 5383099 h 6858000"/>
              <a:gd name="connsiteX69" fmla="*/ 604810 w 4948800"/>
              <a:gd name="connsiteY69" fmla="*/ 5061369 h 6858000"/>
              <a:gd name="connsiteX70" fmla="*/ 0 w 4948800"/>
              <a:gd name="connsiteY70" fmla="*/ 0 h 6858000"/>
              <a:gd name="connsiteX71" fmla="*/ 4948800 w 4948800"/>
              <a:gd name="connsiteY71" fmla="*/ 0 h 6858000"/>
              <a:gd name="connsiteX72" fmla="*/ 4948800 w 4948800"/>
              <a:gd name="connsiteY72" fmla="*/ 6858000 h 6858000"/>
              <a:gd name="connsiteX73" fmla="*/ 0 w 4948800"/>
              <a:gd name="connsiteY7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48800" h="6858000">
                <a:moveTo>
                  <a:pt x="3895412" y="5575243"/>
                </a:moveTo>
                <a:lnTo>
                  <a:pt x="4270977" y="5575243"/>
                </a:lnTo>
                <a:cubicBezTo>
                  <a:pt x="4320159" y="5575243"/>
                  <a:pt x="4351465" y="5606524"/>
                  <a:pt x="4351465" y="5655677"/>
                </a:cubicBezTo>
                <a:lnTo>
                  <a:pt x="4351465" y="6227641"/>
                </a:lnTo>
                <a:cubicBezTo>
                  <a:pt x="4351465" y="6276795"/>
                  <a:pt x="4320159" y="6308075"/>
                  <a:pt x="4270977" y="6308075"/>
                </a:cubicBezTo>
                <a:lnTo>
                  <a:pt x="3895412" y="6308075"/>
                </a:lnTo>
                <a:cubicBezTo>
                  <a:pt x="3846250" y="6308075"/>
                  <a:pt x="3814945" y="6276795"/>
                  <a:pt x="3814945" y="6227641"/>
                </a:cubicBezTo>
                <a:lnTo>
                  <a:pt x="3814945" y="5655677"/>
                </a:lnTo>
                <a:cubicBezTo>
                  <a:pt x="3814945" y="5606524"/>
                  <a:pt x="3846250" y="5575243"/>
                  <a:pt x="3895412" y="5575243"/>
                </a:cubicBezTo>
                <a:close/>
                <a:moveTo>
                  <a:pt x="1950562" y="5575243"/>
                </a:moveTo>
                <a:lnTo>
                  <a:pt x="2288119" y="5575243"/>
                </a:lnTo>
                <a:cubicBezTo>
                  <a:pt x="2332828" y="5575243"/>
                  <a:pt x="2355183" y="5602055"/>
                  <a:pt x="2355183" y="5640037"/>
                </a:cubicBezTo>
                <a:cubicBezTo>
                  <a:pt x="2355183" y="5680254"/>
                  <a:pt x="2337300" y="5695892"/>
                  <a:pt x="2308239" y="5711532"/>
                </a:cubicBezTo>
                <a:lnTo>
                  <a:pt x="1870086" y="5926019"/>
                </a:lnTo>
                <a:lnTo>
                  <a:pt x="1870086" y="5655677"/>
                </a:lnTo>
                <a:cubicBezTo>
                  <a:pt x="1870086" y="5606524"/>
                  <a:pt x="1901384" y="5575243"/>
                  <a:pt x="1950562" y="5575243"/>
                </a:cubicBezTo>
                <a:close/>
                <a:moveTo>
                  <a:pt x="1217329" y="5383099"/>
                </a:moveTo>
                <a:lnTo>
                  <a:pt x="1217329" y="6504687"/>
                </a:lnTo>
                <a:lnTo>
                  <a:pt x="1463231" y="6504687"/>
                </a:lnTo>
                <a:lnTo>
                  <a:pt x="1463231" y="5383099"/>
                </a:lnTo>
                <a:close/>
                <a:moveTo>
                  <a:pt x="3859658" y="5374162"/>
                </a:moveTo>
                <a:cubicBezTo>
                  <a:pt x="3694233" y="5374162"/>
                  <a:pt x="3569052" y="5499281"/>
                  <a:pt x="3569052" y="5664614"/>
                </a:cubicBezTo>
                <a:lnTo>
                  <a:pt x="3569052" y="6218705"/>
                </a:lnTo>
                <a:cubicBezTo>
                  <a:pt x="3569052" y="6384038"/>
                  <a:pt x="3694233" y="6509156"/>
                  <a:pt x="3859658" y="6509156"/>
                </a:cubicBezTo>
                <a:lnTo>
                  <a:pt x="4306751" y="6509156"/>
                </a:lnTo>
                <a:cubicBezTo>
                  <a:pt x="4472177" y="6509156"/>
                  <a:pt x="4597358" y="6384038"/>
                  <a:pt x="4597358" y="6218705"/>
                </a:cubicBezTo>
                <a:lnTo>
                  <a:pt x="4597358" y="5664614"/>
                </a:lnTo>
                <a:cubicBezTo>
                  <a:pt x="4597358" y="5499281"/>
                  <a:pt x="4472177" y="5374162"/>
                  <a:pt x="4306751" y="5374162"/>
                </a:cubicBezTo>
                <a:close/>
                <a:moveTo>
                  <a:pt x="1914795" y="5374162"/>
                </a:moveTo>
                <a:cubicBezTo>
                  <a:pt x="1749370" y="5374162"/>
                  <a:pt x="1624185" y="5499281"/>
                  <a:pt x="1624185" y="5664614"/>
                </a:cubicBezTo>
                <a:lnTo>
                  <a:pt x="1624185" y="6214236"/>
                </a:lnTo>
                <a:cubicBezTo>
                  <a:pt x="1624185" y="6379571"/>
                  <a:pt x="1749370" y="6504687"/>
                  <a:pt x="1914795" y="6504687"/>
                </a:cubicBezTo>
                <a:lnTo>
                  <a:pt x="2583193" y="6504687"/>
                </a:lnTo>
                <a:lnTo>
                  <a:pt x="2583193" y="6303606"/>
                </a:lnTo>
                <a:lnTo>
                  <a:pt x="1950562" y="6303606"/>
                </a:lnTo>
                <a:cubicBezTo>
                  <a:pt x="1901384" y="6303606"/>
                  <a:pt x="1870086" y="6272328"/>
                  <a:pt x="1870086" y="6223174"/>
                </a:cubicBezTo>
                <a:lnTo>
                  <a:pt x="1870086" y="6158380"/>
                </a:lnTo>
                <a:lnTo>
                  <a:pt x="2428953" y="5885804"/>
                </a:lnTo>
                <a:cubicBezTo>
                  <a:pt x="2558601" y="5823245"/>
                  <a:pt x="2601091" y="5751749"/>
                  <a:pt x="2601091" y="5633335"/>
                </a:cubicBezTo>
                <a:cubicBezTo>
                  <a:pt x="2601091" y="5494811"/>
                  <a:pt x="2500480" y="5374162"/>
                  <a:pt x="2323885" y="5374162"/>
                </a:cubicBezTo>
                <a:close/>
                <a:moveTo>
                  <a:pt x="2976634" y="5061369"/>
                </a:moveTo>
                <a:lnTo>
                  <a:pt x="2746394" y="5173081"/>
                </a:lnTo>
                <a:lnTo>
                  <a:pt x="2746394" y="6214236"/>
                </a:lnTo>
                <a:cubicBezTo>
                  <a:pt x="2746394" y="6384038"/>
                  <a:pt x="2867106" y="6504687"/>
                  <a:pt x="3037000" y="6504687"/>
                </a:cubicBezTo>
                <a:lnTo>
                  <a:pt x="3443849" y="6504687"/>
                </a:lnTo>
                <a:lnTo>
                  <a:pt x="3443849" y="6303606"/>
                </a:lnTo>
                <a:lnTo>
                  <a:pt x="3072775" y="6303606"/>
                </a:lnTo>
                <a:cubicBezTo>
                  <a:pt x="3023593" y="6303606"/>
                  <a:pt x="2992287" y="6272328"/>
                  <a:pt x="2992287" y="6223174"/>
                </a:cubicBezTo>
                <a:lnTo>
                  <a:pt x="2992287" y="5584182"/>
                </a:lnTo>
                <a:lnTo>
                  <a:pt x="3443849" y="5584182"/>
                </a:lnTo>
                <a:lnTo>
                  <a:pt x="3443849" y="5383099"/>
                </a:lnTo>
                <a:lnTo>
                  <a:pt x="2992287" y="5383099"/>
                </a:lnTo>
                <a:lnTo>
                  <a:pt x="2992287" y="5061369"/>
                </a:lnTo>
                <a:close/>
                <a:moveTo>
                  <a:pt x="1217329" y="5061369"/>
                </a:moveTo>
                <a:lnTo>
                  <a:pt x="1217329" y="5284792"/>
                </a:lnTo>
                <a:lnTo>
                  <a:pt x="1463231" y="5284792"/>
                </a:lnTo>
                <a:lnTo>
                  <a:pt x="1463231" y="5061369"/>
                </a:lnTo>
                <a:close/>
                <a:moveTo>
                  <a:pt x="589162" y="5061369"/>
                </a:moveTo>
                <a:lnTo>
                  <a:pt x="358909" y="5173081"/>
                </a:lnTo>
                <a:lnTo>
                  <a:pt x="358909" y="6214236"/>
                </a:lnTo>
                <a:cubicBezTo>
                  <a:pt x="358909" y="6384038"/>
                  <a:pt x="479624" y="6504687"/>
                  <a:pt x="649520" y="6504687"/>
                </a:cubicBezTo>
                <a:lnTo>
                  <a:pt x="1056375" y="6504687"/>
                </a:lnTo>
                <a:lnTo>
                  <a:pt x="1056375" y="6303606"/>
                </a:lnTo>
                <a:lnTo>
                  <a:pt x="685288" y="6303606"/>
                </a:lnTo>
                <a:cubicBezTo>
                  <a:pt x="636108" y="6303606"/>
                  <a:pt x="604810" y="6272328"/>
                  <a:pt x="604810" y="6223174"/>
                </a:cubicBezTo>
                <a:lnTo>
                  <a:pt x="604810" y="5584182"/>
                </a:lnTo>
                <a:lnTo>
                  <a:pt x="1056375" y="5584182"/>
                </a:lnTo>
                <a:lnTo>
                  <a:pt x="1056375" y="5383099"/>
                </a:lnTo>
                <a:lnTo>
                  <a:pt x="604810" y="5383099"/>
                </a:lnTo>
                <a:lnTo>
                  <a:pt x="604810" y="5061369"/>
                </a:lnTo>
                <a:close/>
                <a:moveTo>
                  <a:pt x="0" y="0"/>
                </a:moveTo>
                <a:lnTo>
                  <a:pt x="4948800" y="0"/>
                </a:lnTo>
                <a:lnTo>
                  <a:pt x="4948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599" y="345600"/>
            <a:ext cx="6555600" cy="2746800"/>
          </a:xfrm>
        </p:spPr>
        <p:txBody>
          <a:bodyPr anchor="b"/>
          <a:lstStyle>
            <a:lvl1pPr algn="l">
              <a:defRPr sz="60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5599" y="3438000"/>
            <a:ext cx="6555600" cy="95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3"/>
                </a:solidFill>
                <a:latin typeface="+mn-lt"/>
              </a:defRPr>
            </a:lvl1pPr>
            <a:lvl2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2pPr>
            <a:lvl3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3pPr>
            <a:lvl4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4pPr>
            <a:lvl5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5pPr>
            <a:lvl6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6pPr>
            <a:lvl7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7pPr>
            <a:lvl8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8pPr>
            <a:lvl9pPr marL="0" indent="0" algn="l">
              <a:buNone/>
              <a:defRPr sz="2200">
                <a:solidFill>
                  <a:schemeClr val="accent3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84D155C-D075-3214-8198-52FAADB8FB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65520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accent6">
                    <a:lumMod val="75000"/>
                  </a:schemeClr>
                </a:solidFill>
              </a:defRPr>
            </a:lvl6pPr>
            <a:lvl7pPr>
              <a:defRPr sz="1400">
                <a:solidFill>
                  <a:schemeClr val="accent6">
                    <a:lumMod val="75000"/>
                  </a:schemeClr>
                </a:solidFill>
              </a:defRPr>
            </a:lvl7pPr>
            <a:lvl8pPr>
              <a:defRPr sz="1400">
                <a:solidFill>
                  <a:schemeClr val="accent6">
                    <a:lumMod val="75000"/>
                  </a:schemeClr>
                </a:solidFill>
              </a:defRPr>
            </a:lvl8pPr>
            <a:lvl9pPr>
              <a:defRPr sz="1400">
                <a:solidFill>
                  <a:schemeClr val="accent6">
                    <a:lumMod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97EA6C-990C-224E-8707-63E3D5ABC8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345600" y="6354887"/>
            <a:ext cx="65520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accent6">
                    <a:lumMod val="75000"/>
                  </a:schemeClr>
                </a:solidFill>
              </a:defRPr>
            </a:lvl6pPr>
            <a:lvl7pPr>
              <a:defRPr sz="1400">
                <a:solidFill>
                  <a:schemeClr val="accent6">
                    <a:lumMod val="75000"/>
                  </a:schemeClr>
                </a:solidFill>
              </a:defRPr>
            </a:lvl7pPr>
            <a:lvl8pPr>
              <a:defRPr sz="1400">
                <a:solidFill>
                  <a:schemeClr val="accent6">
                    <a:lumMod val="75000"/>
                  </a:schemeClr>
                </a:solidFill>
              </a:defRPr>
            </a:lvl8pPr>
            <a:lvl9pPr>
              <a:defRPr sz="1400">
                <a:solidFill>
                  <a:schemeClr val="accent6">
                    <a:lumMod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3276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 hidden="1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1" y="2469092"/>
            <a:ext cx="4405788" cy="1919817"/>
          </a:xfrm>
        </p:spPr>
        <p:txBody>
          <a:bodyPr anchor="ctr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717" y="344488"/>
            <a:ext cx="4368800" cy="6169088"/>
          </a:xfrm>
        </p:spPr>
        <p:txBody>
          <a:bodyPr anchor="ctr">
            <a:noAutofit/>
          </a:bodyPr>
          <a:lstStyle>
            <a:lvl1pPr marL="319609" indent="-319609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1pPr>
            <a:lvl2pPr marL="543970" indent="-230400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2pPr>
            <a:lvl3pPr marL="783147" indent="-232828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3pPr>
            <a:lvl4pPr marL="1024441" indent="-251878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4pPr>
            <a:lvl5pPr marL="1261502" indent="-237061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5pPr>
            <a:lvl6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</a:defRPr>
            </a:lvl6pPr>
            <a:lvl7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</a:defRPr>
            </a:lvl7pPr>
            <a:lvl8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</a:defRPr>
            </a:lvl8pPr>
            <a:lvl9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ieto logo">
            <a:extLst>
              <a:ext uri="{FF2B5EF4-FFF2-40B4-BE49-F238E27FC236}">
                <a16:creationId xmlns:a16="http://schemas.microsoft.com/office/drawing/2014/main" id="{BAB7B54D-8D3A-6978-AF68-270D17E14F0C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CEF2FCB6-8DFF-A6BB-5D37-FF045AF8FEAB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2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5" userDrawn="1">
          <p15:clr>
            <a:srgbClr val="A4A3A4"/>
          </p15:clr>
        </p15:guide>
        <p15:guide id="3" pos="6017" userDrawn="1">
          <p15:clr>
            <a:srgbClr val="A4A3A4"/>
          </p15:clr>
        </p15:guide>
        <p15:guide id="4" pos="2993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4CE5F029-3819-6DEE-7EE4-1980A3CB66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4BC7B01D-FBEF-2024-DCC6-33EFD1AD2D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2469092"/>
            <a:ext cx="4405788" cy="1919817"/>
          </a:xfrm>
        </p:spPr>
        <p:txBody>
          <a:bodyPr anchor="ctr"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717" y="344488"/>
            <a:ext cx="4368800" cy="6169088"/>
          </a:xfrm>
        </p:spPr>
        <p:txBody>
          <a:bodyPr anchor="ctr">
            <a:noAutofit/>
          </a:bodyPr>
          <a:lstStyle>
            <a:lvl1pPr marL="319609" indent="-319609">
              <a:buClr>
                <a:schemeClr val="accent3"/>
              </a:buClr>
              <a:buFont typeface="+mj-lt"/>
              <a:buAutoNum type="arabicPeriod"/>
              <a:defRPr>
                <a:solidFill>
                  <a:schemeClr val="accent1"/>
                </a:solidFill>
                <a:latin typeface="+mn-lt"/>
              </a:defRPr>
            </a:lvl1pPr>
            <a:lvl2pPr marL="543970" indent="-230712">
              <a:buClr>
                <a:schemeClr val="accent3"/>
              </a:buClr>
              <a:buFont typeface="+mj-lt"/>
              <a:buAutoNum type="arabicPeriod"/>
              <a:defRPr>
                <a:solidFill>
                  <a:schemeClr val="accent1"/>
                </a:solidFill>
                <a:latin typeface="+mn-lt"/>
              </a:defRPr>
            </a:lvl2pPr>
            <a:lvl3pPr marL="783147" indent="-232828">
              <a:buClr>
                <a:schemeClr val="accent3"/>
              </a:buClr>
              <a:buFont typeface="+mj-lt"/>
              <a:buAutoNum type="arabicPeriod"/>
              <a:defRPr>
                <a:solidFill>
                  <a:schemeClr val="accent1"/>
                </a:solidFill>
                <a:latin typeface="+mn-lt"/>
              </a:defRPr>
            </a:lvl3pPr>
            <a:lvl4pPr marL="1024441" indent="-251878">
              <a:buClr>
                <a:schemeClr val="accent3"/>
              </a:buClr>
              <a:buFont typeface="+mj-lt"/>
              <a:buAutoNum type="arabicPeriod"/>
              <a:defRPr>
                <a:solidFill>
                  <a:schemeClr val="accent1"/>
                </a:solidFill>
                <a:latin typeface="+mn-lt"/>
              </a:defRPr>
            </a:lvl4pPr>
            <a:lvl5pPr marL="1261502" indent="-237061">
              <a:buClr>
                <a:schemeClr val="accent3"/>
              </a:buClr>
              <a:buFont typeface="+mj-lt"/>
              <a:buAutoNum type="arabicPeriod"/>
              <a:defRPr>
                <a:solidFill>
                  <a:schemeClr val="accent1"/>
                </a:solidFill>
                <a:latin typeface="+mn-lt"/>
              </a:defRPr>
            </a:lvl5pPr>
            <a:lvl6pPr marL="1260000" indent="-237600">
              <a:buClr>
                <a:schemeClr val="accent3"/>
              </a:buClr>
              <a:buFont typeface="+mj-lt"/>
              <a:buAutoNum type="arabicPeriod"/>
              <a:defRPr sz="1400"/>
            </a:lvl6pPr>
            <a:lvl7pPr marL="1260000" indent="-237600">
              <a:buClr>
                <a:schemeClr val="accent3"/>
              </a:buClr>
              <a:buFont typeface="+mj-lt"/>
              <a:buAutoNum type="arabicPeriod"/>
              <a:defRPr sz="1400"/>
            </a:lvl7pPr>
            <a:lvl8pPr marL="1260000" indent="-237600">
              <a:buClr>
                <a:schemeClr val="accent3"/>
              </a:buClr>
              <a:buFont typeface="+mj-lt"/>
              <a:buAutoNum type="arabicPeriod"/>
              <a:defRPr sz="1400"/>
            </a:lvl8pPr>
            <a:lvl9pPr marL="1260000" indent="-237600">
              <a:buClr>
                <a:schemeClr val="accent3"/>
              </a:buClr>
              <a:buFont typeface="+mj-lt"/>
              <a:buAutoNum type="arabicPeriod"/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A53E81-6ACA-B6AC-C786-B4D0D7750F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 </a:t>
            </a:r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28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5" userDrawn="1">
          <p15:clr>
            <a:srgbClr val="A4A3A4"/>
          </p15:clr>
        </p15:guide>
        <p15:guide id="3" pos="6017" userDrawn="1">
          <p15:clr>
            <a:srgbClr val="A4A3A4"/>
          </p15:clr>
        </p15:guide>
        <p15:guide id="4" pos="2993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141AAF2B-F13A-23DC-DA5F-F8F818AB0F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DA26D7A9-9908-4CB9-5D3C-B58831F9F0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2469093"/>
            <a:ext cx="4405788" cy="1919817"/>
          </a:xfrm>
        </p:spPr>
        <p:txBody>
          <a:bodyPr anchor="ctr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717" y="344488"/>
            <a:ext cx="4368800" cy="6169088"/>
          </a:xfrm>
        </p:spPr>
        <p:txBody>
          <a:bodyPr anchor="ctr">
            <a:noAutofit/>
          </a:bodyPr>
          <a:lstStyle>
            <a:lvl1pPr marL="319609" indent="-319609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1pPr>
            <a:lvl2pPr marL="543970" indent="-230712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2pPr>
            <a:lvl3pPr marL="783147" indent="-232828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3pPr>
            <a:lvl4pPr marL="1024441" indent="-251878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4pPr>
            <a:lvl5pPr marL="1261502" indent="-237061">
              <a:buClr>
                <a:schemeClr val="accent5"/>
              </a:buClr>
              <a:buFont typeface="+mj-lt"/>
              <a:buAutoNum type="arabicPeriod"/>
              <a:defRPr>
                <a:solidFill>
                  <a:schemeClr val="bg1"/>
                </a:solidFill>
                <a:latin typeface="+mn-lt"/>
              </a:defRPr>
            </a:lvl5pPr>
            <a:lvl6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6pPr>
            <a:lvl7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7pPr>
            <a:lvl8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8pPr>
            <a:lvl9pPr marL="1260000" indent="-237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eto logo">
            <a:extLst>
              <a:ext uri="{FF2B5EF4-FFF2-40B4-BE49-F238E27FC236}">
                <a16:creationId xmlns:a16="http://schemas.microsoft.com/office/drawing/2014/main" id="{5E9C5C1A-F392-EA06-42B4-9DAD3E31CE1E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bg1"/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CDA96A27-B83B-999C-E813-EB2AF640ACD3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6BAC5-71E0-81A6-A0D6-34B025EB2A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4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5" userDrawn="1">
          <p15:clr>
            <a:srgbClr val="A4A3A4"/>
          </p15:clr>
        </p15:guide>
        <p15:guide id="3" pos="6017" userDrawn="1">
          <p15:clr>
            <a:srgbClr val="A4A3A4"/>
          </p15:clr>
        </p15:guide>
        <p15:guide id="4" pos="2993" userDrawn="1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32" name="Picture Placeholder 62">
            <a:extLst>
              <a:ext uri="{FF2B5EF4-FFF2-40B4-BE49-F238E27FC236}">
                <a16:creationId xmlns:a16="http://schemas.microsoft.com/office/drawing/2014/main" id="{51DD727F-E43F-4B84-9AF0-3AE3A5A8C39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405200" y="1245600"/>
            <a:ext cx="3848400" cy="4366800"/>
          </a:xfrm>
          <a:prstGeom prst="roundRect">
            <a:avLst>
              <a:gd name="adj" fmla="val 990"/>
            </a:avLst>
          </a:pr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215CB-C256-F010-C3BF-162BE4409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01" y="1320801"/>
            <a:ext cx="6292800" cy="2326766"/>
          </a:xfrm>
        </p:spPr>
        <p:txBody>
          <a:bodyPr anchor="b" anchorCtr="0"/>
          <a:lstStyle>
            <a:lvl1pPr>
              <a:defRPr lang="en-GB" sz="60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add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5599" y="3748366"/>
            <a:ext cx="6292800" cy="134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4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add role title</a:t>
            </a:r>
          </a:p>
        </p:txBody>
      </p:sp>
      <p:sp>
        <p:nvSpPr>
          <p:cNvPr id="7" name="tieto logo">
            <a:extLst>
              <a:ext uri="{FF2B5EF4-FFF2-40B4-BE49-F238E27FC236}">
                <a16:creationId xmlns:a16="http://schemas.microsoft.com/office/drawing/2014/main" id="{02F21A55-587C-9904-F5D9-6CDD245DD49C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BF3E33A8-295E-403D-DD9A-6BF64E6027F6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850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32" name="Picture Placeholder 62">
            <a:extLst>
              <a:ext uri="{FF2B5EF4-FFF2-40B4-BE49-F238E27FC236}">
                <a16:creationId xmlns:a16="http://schemas.microsoft.com/office/drawing/2014/main" id="{51DD727F-E43F-4B84-9AF0-3AE3A5A8C39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405200" y="1245600"/>
            <a:ext cx="3848400" cy="4366800"/>
          </a:xfrm>
          <a:prstGeom prst="roundRect">
            <a:avLst>
              <a:gd name="adj" fmla="val 990"/>
            </a:avLst>
          </a:pr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44AF7-495D-C853-B677-2ECAFE33D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01" y="1320801"/>
            <a:ext cx="6292800" cy="2326766"/>
          </a:xfrm>
        </p:spPr>
        <p:txBody>
          <a:bodyPr anchor="b" anchorCtr="0"/>
          <a:lstStyle>
            <a:lvl1pPr>
              <a:defRPr lang="en-GB" sz="6000" b="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add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5599" y="3748366"/>
            <a:ext cx="6292800" cy="134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add role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262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1320801"/>
            <a:ext cx="5269388" cy="4216400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and add chapter number to the right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E1A49B8-1D02-2E63-893D-407470D19D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8400" y="2221200"/>
            <a:ext cx="4564800" cy="2415600"/>
          </a:xfrm>
        </p:spPr>
        <p:txBody>
          <a:bodyPr tIns="72000"/>
          <a:lstStyle>
            <a:lvl1pPr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Chapter number (graphic)</a:t>
            </a:r>
          </a:p>
        </p:txBody>
      </p:sp>
      <p:sp>
        <p:nvSpPr>
          <p:cNvPr id="3" name="tieto logo">
            <a:extLst>
              <a:ext uri="{FF2B5EF4-FFF2-40B4-BE49-F238E27FC236}">
                <a16:creationId xmlns:a16="http://schemas.microsoft.com/office/drawing/2014/main" id="{9E8BBD27-19AE-EF74-33FB-633EE1DD9878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C1B968E4-9F4D-D8D5-4695-3B323F3D745B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748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537" userDrawn="1">
          <p15:clr>
            <a:srgbClr val="A4A3A4"/>
          </p15:clr>
        </p15:guide>
        <p15:guide id="4" pos="4988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FAD3513-56F3-CED1-705B-43DBC549AA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EDB5A342-2DAD-852F-C8CC-3B7ACE762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2800" y="0"/>
            <a:ext cx="4370400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1320800"/>
            <a:ext cx="6901200" cy="4218678"/>
          </a:xfrm>
        </p:spPr>
        <p:txBody>
          <a:bodyPr anchor="ctr"/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tieto logo">
            <a:extLst>
              <a:ext uri="{FF2B5EF4-FFF2-40B4-BE49-F238E27FC236}">
                <a16:creationId xmlns:a16="http://schemas.microsoft.com/office/drawing/2014/main" id="{5B372259-C4DE-EA8D-C27A-E6E34A0DF0FC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EE5A3FFC-70D1-9D03-4B21-CD66217D959F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E51D5-29C6-C233-A237-609421AEAB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20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4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 hidden="1">
            <a:extLst>
              <a:ext uri="{FF2B5EF4-FFF2-40B4-BE49-F238E27FC236}">
                <a16:creationId xmlns:a16="http://schemas.microsoft.com/office/drawing/2014/main" id="{60343ED0-EB2F-3922-572B-6E8B05D62B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515E2394-6336-1C51-C1C0-8F789E0BE9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2800" y="0"/>
            <a:ext cx="4370400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1320800"/>
            <a:ext cx="6901200" cy="4220000"/>
          </a:xfrm>
        </p:spPr>
        <p:txBody>
          <a:bodyPr anchor="ctr"/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3" name="tieto logo">
            <a:extLst>
              <a:ext uri="{FF2B5EF4-FFF2-40B4-BE49-F238E27FC236}">
                <a16:creationId xmlns:a16="http://schemas.microsoft.com/office/drawing/2014/main" id="{E8A70B27-3E39-7411-1710-4FE93B59F94B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tx1"/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86F1E1DE-D46D-69F2-44F4-F4C8CA7E95FE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77B913B-5855-3C5E-6DB4-F816C4BD4F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789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>
      <p:bgPr>
        <a:solidFill>
          <a:srgbClr val="021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7572D1E-42A3-B88E-6B01-44EF0E16F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7CB1D991-FB75-A4D1-5C57-F98B501C3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ieto logo">
            <a:extLst>
              <a:ext uri="{FF2B5EF4-FFF2-40B4-BE49-F238E27FC236}">
                <a16:creationId xmlns:a16="http://schemas.microsoft.com/office/drawing/2014/main" id="{9C39FF26-B338-5870-D808-DE47C75120FA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AB4EA486-40BC-DFBB-55D5-8DFC0F6CB764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B0C6DB-9511-25E1-E067-DEDABBDB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9819047"/>
      </p:ext>
    </p:extLst>
  </p:cSld>
  <p:clrMapOvr>
    <a:overrideClrMapping bg1="dk1" tx1="lt1" bg2="dk2" tx2="lt2" accent1="lt2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5869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 descr="A white ceiling with a few square objects&#10;&#10;AI-generated content may be incorrect.">
            <a:extLst>
              <a:ext uri="{FF2B5EF4-FFF2-40B4-BE49-F238E27FC236}">
                <a16:creationId xmlns:a16="http://schemas.microsoft.com/office/drawing/2014/main" id="{65D9670B-7DFE-370D-5D0E-A2252069F5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8874748D-698F-F4EB-F338-C0B0D6A488F3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eto logo">
            <a:extLst>
              <a:ext uri="{FF2B5EF4-FFF2-40B4-BE49-F238E27FC236}">
                <a16:creationId xmlns:a16="http://schemas.microsoft.com/office/drawing/2014/main" id="{9497F369-F319-7E58-FD81-8D7B8C2C4B52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124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>
      <p:bgPr>
        <a:solidFill>
          <a:srgbClr val="021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5600" y="1321200"/>
            <a:ext cx="10069988" cy="4680000"/>
          </a:xfrm>
        </p:spPr>
        <p:txBody>
          <a:bodyPr/>
          <a:lstStyle>
            <a:lvl1pPr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400">
                <a:solidFill>
                  <a:schemeClr val="accent4"/>
                </a:solidFill>
              </a:defRPr>
            </a:lvl5pPr>
            <a:lvl6pPr>
              <a:spcAft>
                <a:spcPts val="600"/>
              </a:spcAft>
              <a:defRPr sz="1800">
                <a:solidFill>
                  <a:schemeClr val="tx1"/>
                </a:solidFill>
              </a:defRPr>
            </a:lvl6pPr>
            <a:lvl7pPr>
              <a:spcAft>
                <a:spcPts val="600"/>
              </a:spcAft>
              <a:defRPr sz="2200">
                <a:solidFill>
                  <a:schemeClr val="tx1"/>
                </a:solidFill>
              </a:defRPr>
            </a:lvl7pPr>
            <a:lvl8pPr>
              <a:spcAft>
                <a:spcPts val="600"/>
              </a:spcAft>
              <a:defRPr sz="2800">
                <a:solidFill>
                  <a:schemeClr val="tx1"/>
                </a:solidFill>
              </a:defRPr>
            </a:lvl8pPr>
            <a:lvl9pPr>
              <a:spcAft>
                <a:spcPts val="600"/>
              </a:spcAft>
              <a:defRPr sz="4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                  Press SHIFT+TAB to view previous text style</a:t>
            </a:r>
          </a:p>
        </p:txBody>
      </p:sp>
      <p:sp>
        <p:nvSpPr>
          <p:cNvPr id="7" name="tieto logo">
            <a:extLst>
              <a:ext uri="{FF2B5EF4-FFF2-40B4-BE49-F238E27FC236}">
                <a16:creationId xmlns:a16="http://schemas.microsoft.com/office/drawing/2014/main" id="{12ECDCEB-B98D-32C6-EFA0-4E1387E309D6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EC026BF4-5277-E355-2C68-D29D77978B55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4520615"/>
      </p:ext>
    </p:extLst>
  </p:cSld>
  <p:clrMapOvr>
    <a:overrideClrMapping bg1="dk1" tx1="lt1" bg2="dk2" tx2="lt2" accent1="lt2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6560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5600" y="1321200"/>
            <a:ext cx="10069988" cy="4680000"/>
          </a:xfrm>
        </p:spPr>
        <p:txBody>
          <a:bodyPr/>
          <a:lstStyle>
            <a:lvl1pPr>
              <a:spcAft>
                <a:spcPts val="600"/>
              </a:spcAft>
              <a:defRPr sz="1400"/>
            </a:lvl1pPr>
            <a:lvl2pPr>
              <a:spcAft>
                <a:spcPts val="600"/>
              </a:spcAft>
              <a:defRPr sz="14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>
              <a:spcAft>
                <a:spcPts val="600"/>
              </a:spcAft>
              <a:defRPr sz="1800"/>
            </a:lvl6pPr>
            <a:lvl7pPr>
              <a:spcAft>
                <a:spcPts val="600"/>
              </a:spcAft>
              <a:defRPr sz="2200"/>
            </a:lvl7pPr>
            <a:lvl8pPr>
              <a:spcAft>
                <a:spcPts val="600"/>
              </a:spcAft>
              <a:defRPr sz="2800"/>
            </a:lvl8pPr>
            <a:lvl9pPr>
              <a:spcAft>
                <a:spcPts val="600"/>
              </a:spcAft>
              <a:defRPr sz="4400"/>
            </a:lvl9pPr>
          </a:lstStyle>
          <a:p>
            <a:pPr lvl="0"/>
            <a:r>
              <a:rPr lang="en-US" dirty="0"/>
              <a:t>Click to add text               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4620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561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1">
    <p:bg>
      <p:bgPr>
        <a:solidFill>
          <a:srgbClr val="021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eto logo">
            <a:extLst>
              <a:ext uri="{FF2B5EF4-FFF2-40B4-BE49-F238E27FC236}">
                <a16:creationId xmlns:a16="http://schemas.microsoft.com/office/drawing/2014/main" id="{AFC94238-01DC-F899-4B55-121794BFC572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D13B3E37-754A-D2DE-1CB6-E25A7F08E457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4399701"/>
      </p:ext>
    </p:extLst>
  </p:cSld>
  <p:clrMapOvr>
    <a:overrideClrMapping bg1="dk1" tx1="lt1" bg2="dk2" tx2="lt2" accent1="lt2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6560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298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560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141AAF2B-F13A-23DC-DA5F-F8F818AB0F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DA26D7A9-9908-4CB9-5D3C-B58831F9F0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ieto logo">
            <a:extLst>
              <a:ext uri="{FF2B5EF4-FFF2-40B4-BE49-F238E27FC236}">
                <a16:creationId xmlns:a16="http://schemas.microsoft.com/office/drawing/2014/main" id="{5E9C5C1A-F392-EA06-42B4-9DAD3E31CE1E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bg1"/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6BAC5-71E0-81A6-A0D6-34B025EB2A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B68A142A-88E2-BFF1-84C0-E570CCBEA2F0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647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5">
          <p15:clr>
            <a:srgbClr val="A4A3A4"/>
          </p15:clr>
        </p15:guide>
        <p15:guide id="3" pos="6017">
          <p15:clr>
            <a:srgbClr val="A4A3A4"/>
          </p15:clr>
        </p15:guide>
        <p15:guide id="4" pos="2993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98A738B-3132-AF5D-B3C8-6323565056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600" y="1321200"/>
            <a:ext cx="4820400" cy="46800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  <a:lvl6pPr>
              <a:defRPr sz="24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        Press ENTER then TAB to view next text style Press SHIFT+TAB to view previous text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893B5-0DDF-3FD8-AEE6-42AEC510A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8000" y="1321200"/>
            <a:ext cx="4820400" cy="46800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  <a:lvl6pPr>
              <a:defRPr sz="24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          Press ENTER then TAB to view next text style Press SHIFT+TAB to view previous text style</a:t>
            </a:r>
          </a:p>
        </p:txBody>
      </p:sp>
      <p:sp>
        <p:nvSpPr>
          <p:cNvPr id="11" name="tieto logo">
            <a:extLst>
              <a:ext uri="{FF2B5EF4-FFF2-40B4-BE49-F238E27FC236}">
                <a16:creationId xmlns:a16="http://schemas.microsoft.com/office/drawing/2014/main" id="{0FFA113C-6AD3-F0D3-F8AF-50FBF479DB7A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307A0E99-9D02-0890-4909-850F5ACCD2EF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4310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 userDrawn="1">
          <p15:clr>
            <a:srgbClr val="A4A3A4"/>
          </p15:clr>
        </p15:guide>
        <p15:guide id="2" pos="3526" userDrawn="1">
          <p15:clr>
            <a:srgbClr val="A4A3A4"/>
          </p15:clr>
        </p15:guide>
        <p15:guide id="3" pos="6562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7AD86B0-EC67-2D9D-34BD-B677E83DDF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600" y="1321200"/>
            <a:ext cx="4820400" cy="468000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400"/>
            </a:lvl6pPr>
            <a:lvl7pPr>
              <a:defRPr sz="2800"/>
            </a:lvl7pPr>
          </a:lstStyle>
          <a:p>
            <a:pPr lvl="0"/>
            <a:r>
              <a:rPr lang="en-GB"/>
              <a:t>Click to add text                                                                        Press ENTER then TAB to view next text style                         Press SHIFT+TAB to view previous text style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4F5CADC-9CD3-BB95-1E88-6D4D356699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8000" y="1321200"/>
            <a:ext cx="4820400" cy="468000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400"/>
            </a:lvl6pPr>
            <a:lvl7pPr>
              <a:defRPr sz="2800"/>
            </a:lvl7pPr>
          </a:lstStyle>
          <a:p>
            <a:pPr lvl="0"/>
            <a:r>
              <a:rPr lang="en-GB"/>
              <a:t>Click to add text                                                                        Press ENTER then TAB to view next text style                         Press SHIFT+TAB to view previous text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8586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6" userDrawn="1">
          <p15:clr>
            <a:srgbClr val="A4A3A4"/>
          </p15:clr>
        </p15:guide>
        <p15:guide id="2" pos="3254" userDrawn="1">
          <p15:clr>
            <a:srgbClr val="A4A3A4"/>
          </p15:clr>
        </p15:guide>
        <p15:guide id="3" pos="6562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98A738B-3132-AF5D-B3C8-6323565056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600" y="1321200"/>
            <a:ext cx="4820400" cy="4680000"/>
          </a:xfrm>
          <a:prstGeom prst="roundRect">
            <a:avLst>
              <a:gd name="adj" fmla="val 815"/>
            </a:avLst>
          </a:prstGeom>
          <a:solidFill>
            <a:schemeClr val="accent4"/>
          </a:solidFill>
        </p:spPr>
        <p:txBody>
          <a:bodyPr lIns="216000" tIns="180000" rIns="216000" bIns="180000">
            <a:no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  <a:lvl6pPr>
              <a:defRPr sz="2400">
                <a:solidFill>
                  <a:schemeClr val="accent1"/>
                </a:solidFill>
              </a:defRPr>
            </a:lvl6pPr>
            <a:lvl7pPr>
              <a:defRPr sz="2800"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        Press ENTER then TAB to view next text style Press SHIFT+TAB to view previous text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893B5-0DDF-3FD8-AEE6-42AEC510A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8000" y="1321200"/>
            <a:ext cx="4820400" cy="4680000"/>
          </a:xfrm>
          <a:prstGeom prst="roundRect">
            <a:avLst>
              <a:gd name="adj" fmla="val 815"/>
            </a:avLst>
          </a:prstGeom>
          <a:solidFill>
            <a:schemeClr val="accent2"/>
          </a:solidFill>
        </p:spPr>
        <p:txBody>
          <a:bodyPr lIns="216000" tIns="180000" rIns="216000" bIns="180000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24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Press ENTER then TAB to view next text style Press SHIFT+TAB to view previous text style</a:t>
            </a:r>
          </a:p>
        </p:txBody>
      </p:sp>
      <p:sp>
        <p:nvSpPr>
          <p:cNvPr id="11" name="tieto logo">
            <a:extLst>
              <a:ext uri="{FF2B5EF4-FFF2-40B4-BE49-F238E27FC236}">
                <a16:creationId xmlns:a16="http://schemas.microsoft.com/office/drawing/2014/main" id="{F4D33D39-4F23-C77D-7CE3-3A1CCE40EF85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07A082A7-83D3-EE10-B9FB-697E7AB80DED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530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 userDrawn="1">
          <p15:clr>
            <a:srgbClr val="A4A3A4"/>
          </p15:clr>
        </p15:guide>
        <p15:guide id="2" pos="3526" userDrawn="1">
          <p15:clr>
            <a:srgbClr val="A4A3A4"/>
          </p15:clr>
        </p15:guide>
        <p15:guide id="3" pos="6562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98A738B-3132-AF5D-B3C8-6323565056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600" y="1321200"/>
            <a:ext cx="4820400" cy="4680000"/>
          </a:xfrm>
          <a:prstGeom prst="roundRect">
            <a:avLst>
              <a:gd name="adj" fmla="val 814"/>
            </a:avLst>
          </a:prstGeom>
          <a:solidFill>
            <a:srgbClr val="DBE5FF"/>
          </a:solidFill>
        </p:spPr>
        <p:txBody>
          <a:bodyPr lIns="216000" tIns="180000" rIns="216000" bIns="180000">
            <a:noAutofit/>
          </a:bodyPr>
          <a:lstStyle>
            <a:lvl1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5pPr>
            <a:lvl6pPr>
              <a:spcAft>
                <a:spcPts val="800"/>
              </a:spcAft>
              <a:defRPr sz="2400">
                <a:solidFill>
                  <a:schemeClr val="accent1"/>
                </a:solidFill>
              </a:defRPr>
            </a:lvl6pPr>
            <a:lvl7pPr>
              <a:spcAft>
                <a:spcPts val="800"/>
              </a:spcAft>
              <a:defRPr sz="2800">
                <a:solidFill>
                  <a:schemeClr val="accent1"/>
                </a:solidFill>
              </a:defRPr>
            </a:lvl7pPr>
            <a:lvl8pPr>
              <a:spcAft>
                <a:spcPts val="800"/>
              </a:spcAft>
              <a:defRPr sz="3600">
                <a:solidFill>
                  <a:schemeClr val="accent1"/>
                </a:solidFill>
              </a:defRPr>
            </a:lvl8pPr>
            <a:lvl9pPr>
              <a:spcAft>
                <a:spcPts val="800"/>
              </a:spcAft>
              <a:defRPr sz="5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Click to add text                                                    Press ENTER then TAB to view next text style             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893B5-0DDF-3FD8-AEE6-42AEC510A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8000" y="1321200"/>
            <a:ext cx="4820400" cy="4680000"/>
          </a:xfrm>
          <a:prstGeom prst="roundRect">
            <a:avLst>
              <a:gd name="adj" fmla="val 814"/>
            </a:avLst>
          </a:prstGeom>
          <a:solidFill>
            <a:srgbClr val="C2D3FF"/>
          </a:solidFill>
        </p:spPr>
        <p:txBody>
          <a:bodyPr lIns="216000" tIns="180000" rIns="216000" bIns="180000">
            <a:noAutofit/>
          </a:bodyPr>
          <a:lstStyle>
            <a:lvl1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accent1"/>
                </a:solidFill>
              </a:defRPr>
            </a:lvl5pPr>
            <a:lvl6pPr>
              <a:spcAft>
                <a:spcPts val="800"/>
              </a:spcAft>
              <a:defRPr sz="2400">
                <a:solidFill>
                  <a:schemeClr val="accent1"/>
                </a:solidFill>
              </a:defRPr>
            </a:lvl6pPr>
            <a:lvl7pPr>
              <a:spcAft>
                <a:spcPts val="800"/>
              </a:spcAft>
              <a:defRPr sz="2800">
                <a:solidFill>
                  <a:schemeClr val="accent1"/>
                </a:solidFill>
              </a:defRPr>
            </a:lvl7pPr>
            <a:lvl8pPr>
              <a:spcAft>
                <a:spcPts val="800"/>
              </a:spcAft>
              <a:defRPr sz="3600">
                <a:solidFill>
                  <a:schemeClr val="accent1"/>
                </a:solidFill>
              </a:defRPr>
            </a:lvl8pPr>
            <a:lvl9pPr>
              <a:spcAft>
                <a:spcPts val="800"/>
              </a:spcAft>
              <a:defRPr sz="5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Click to add text                                                Press ENTER then TAB to view next text style        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8261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561" userDrawn="1">
          <p15:clr>
            <a:srgbClr val="A4A3A4"/>
          </p15:clr>
        </p15:guide>
        <p15:guide id="4" pos="3254" userDrawn="1">
          <p15:clr>
            <a:srgbClr val="A4A3A4"/>
          </p15:clr>
        </p15:guide>
        <p15:guide id="5" pos="3526" userDrawn="1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3672000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Press ENTER then TAB to view next text style                                                        Press SHIFT+TAB to view previous text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8800" y="1321200"/>
            <a:ext cx="3672000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Press ENTER then TAB to view next text style                                                      Press SHIFT+TAB to view previous text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2000" y="1321200"/>
            <a:ext cx="3672000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Press ENTER then TAB to view next text style                                                      Press SHIFT+TAB to view previous text style</a:t>
            </a:r>
          </a:p>
        </p:txBody>
      </p:sp>
      <p:sp>
        <p:nvSpPr>
          <p:cNvPr id="12" name="tieto logo">
            <a:extLst>
              <a:ext uri="{FF2B5EF4-FFF2-40B4-BE49-F238E27FC236}">
                <a16:creationId xmlns:a16="http://schemas.microsoft.com/office/drawing/2014/main" id="{6AF17A59-6C9E-EC8A-5C60-549E28A32F2F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5E658E71-E7A1-BED9-8CA1-D2973D99D5C3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1667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2" userDrawn="1">
          <p15:clr>
            <a:srgbClr val="A4A3A4"/>
          </p15:clr>
        </p15:guide>
        <p15:guide id="2" pos="5147" userDrawn="1">
          <p15:clr>
            <a:srgbClr val="A4A3A4"/>
          </p15:clr>
        </p15:guide>
        <p15:guide id="3" pos="2530" userDrawn="1">
          <p15:clr>
            <a:srgbClr val="A4A3A4"/>
          </p15:clr>
        </p15:guide>
        <p15:guide id="4" pos="4995" userDrawn="1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3672000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8800" y="1321200"/>
            <a:ext cx="3672000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Press ENTER then TAB to view next text style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2000" y="1321200"/>
            <a:ext cx="3672000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Press ENTER then TAB to view next text style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364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2" userDrawn="1">
          <p15:clr>
            <a:srgbClr val="A4A3A4"/>
          </p15:clr>
        </p15:guide>
        <p15:guide id="2" pos="5147" userDrawn="1">
          <p15:clr>
            <a:srgbClr val="A4A3A4"/>
          </p15:clr>
        </p15:guide>
        <p15:guide id="3" pos="2530" userDrawn="1">
          <p15:clr>
            <a:srgbClr val="A4A3A4"/>
          </p15:clr>
        </p15:guide>
        <p15:guide id="4" pos="4995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Press ENTER then TAB to view next text style                                          Press SHIFT+TAB to view previous text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88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3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Press ENTER then TAB to view next text style                                   Press SHIFT+TAB to view previous text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20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2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Press ENTER then TAB to view next text style                                      Press SHIFT+TAB to view previous text style</a:t>
            </a:r>
          </a:p>
        </p:txBody>
      </p:sp>
      <p:sp>
        <p:nvSpPr>
          <p:cNvPr id="12" name="tieto logo">
            <a:extLst>
              <a:ext uri="{FF2B5EF4-FFF2-40B4-BE49-F238E27FC236}">
                <a16:creationId xmlns:a16="http://schemas.microsoft.com/office/drawing/2014/main" id="{697E0372-6818-8EE4-4044-A26FA47E6F29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EBDC6B3D-B523-88D4-4D4F-D61876D749E2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872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2" userDrawn="1">
          <p15:clr>
            <a:srgbClr val="A4A3A4"/>
          </p15:clr>
        </p15:guide>
        <p15:guide id="2" pos="5147" userDrawn="1">
          <p15:clr>
            <a:srgbClr val="A4A3A4"/>
          </p15:clr>
        </p15:guide>
        <p15:guide id="3" pos="2530" userDrawn="1">
          <p15:clr>
            <a:srgbClr val="A4A3A4"/>
          </p15:clr>
        </p15:guide>
        <p15:guide id="4" pos="4995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rgbClr val="DBE5FF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Press ENTER then TAB to view next text style                                          Press SHIFT+TAB to view previous text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88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rgbClr val="C2D3FF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Press ENTER then TAB to view next text style                                   Press SHIFT+TAB to view previous text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20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Press ENTER then TAB to view next text style                                      Press SHIFT+TAB to view previous text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2334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2" userDrawn="1">
          <p15:clr>
            <a:srgbClr val="A4A3A4"/>
          </p15:clr>
        </p15:guide>
        <p15:guide id="2" pos="5147" userDrawn="1">
          <p15:clr>
            <a:srgbClr val="A4A3A4"/>
          </p15:clr>
        </p15:guide>
        <p15:guide id="3" pos="2530" userDrawn="1">
          <p15:clr>
            <a:srgbClr val="A4A3A4"/>
          </p15:clr>
        </p15:guide>
        <p15:guide id="4" pos="4995" userDrawn="1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s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5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Press ENTER then TAB to view next text style                                          Press SHIFT+TAB to view previous text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88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2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Press ENTER then TAB to view next text style                                   Press SHIFT+TAB to view previous text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20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2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Press ENTER then TAB to view next text style                                      Press SHIFT+TAB to view previous text style</a:t>
            </a:r>
          </a:p>
        </p:txBody>
      </p:sp>
      <p:sp>
        <p:nvSpPr>
          <p:cNvPr id="12" name="tieto logo">
            <a:extLst>
              <a:ext uri="{FF2B5EF4-FFF2-40B4-BE49-F238E27FC236}">
                <a16:creationId xmlns:a16="http://schemas.microsoft.com/office/drawing/2014/main" id="{A9B100F2-E590-5BEB-CAAE-5BF7D062016C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6963F261-5C06-EBE0-BF3A-12D5CF11A6FE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896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2" userDrawn="1">
          <p15:clr>
            <a:srgbClr val="A4A3A4"/>
          </p15:clr>
        </p15:guide>
        <p15:guide id="2" pos="5147" userDrawn="1">
          <p15:clr>
            <a:srgbClr val="A4A3A4"/>
          </p15:clr>
        </p15:guide>
        <p15:guide id="3" pos="2530" userDrawn="1">
          <p15:clr>
            <a:srgbClr val="A4A3A4"/>
          </p15:clr>
        </p15:guide>
        <p15:guide id="4" pos="4995" userDrawn="1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chemeClr val="accent5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Press ENTER then TAB to view next text style                                          Press SHIFT+TAB to view previous text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88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rgbClr val="F3F0EF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Press ENTER then TAB to view next text style                                   Press SHIFT+TAB to view previous text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2000" y="1321200"/>
            <a:ext cx="3672000" cy="4680000"/>
          </a:xfrm>
          <a:prstGeom prst="roundRect">
            <a:avLst>
              <a:gd name="adj" fmla="val 1038"/>
            </a:avLst>
          </a:prstGeom>
          <a:solidFill>
            <a:srgbClr val="F3F0EF"/>
          </a:solidFill>
        </p:spPr>
        <p:txBody>
          <a:bodyPr lIns="180000" tIns="144000" rIns="180000" bIns="14400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Press ENTER then TAB to view next text style                                      Press SHIFT+TAB to view previous text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623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2" userDrawn="1">
          <p15:clr>
            <a:srgbClr val="A4A3A4"/>
          </p15:clr>
        </p15:guide>
        <p15:guide id="2" pos="5147" userDrawn="1">
          <p15:clr>
            <a:srgbClr val="A4A3A4"/>
          </p15:clr>
        </p15:guide>
        <p15:guide id="3" pos="2530" userDrawn="1">
          <p15:clr>
            <a:srgbClr val="A4A3A4"/>
          </p15:clr>
        </p15:guide>
        <p15:guide id="4" pos="4995" userDrawn="1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599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A0780A1-5D49-BF8E-2FB7-EF05CA892D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2685600" cy="4680000"/>
          </a:xfrm>
        </p:spPr>
        <p:txBody>
          <a:bodyPr>
            <a:no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/>
              <a:t>Click to add text                    Press ENTER then TAB to view next text style               Press SHIFT+TAB to view previous text style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50284C4-9CDF-C39D-9F2C-F7EBC8DA5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3199" y="1321200"/>
            <a:ext cx="2685600" cy="4680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GB"/>
              <a:t>Click to add text                    Press ENTER then TAB to view next text style           Press SHIFT+TAB to view previous text style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6F74C48-04DA-7A70-ABFC-8D5D74391E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0799" y="1321200"/>
            <a:ext cx="2685600" cy="4680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GB"/>
              <a:t>Click to add text                    Press ENTER then TAB to view next text style           Press SHIFT+TAB to view previous text style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9EDCF-4254-9864-5184-8692993E0E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58399" y="1321200"/>
            <a:ext cx="2685600" cy="4680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GB"/>
              <a:t>Click to add text                    Press ENTER then TAB to view next text style          Press SHIFT+TAB to view previous text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631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1909" userDrawn="1">
          <p15:clr>
            <a:srgbClr val="A4A3A4"/>
          </p15:clr>
        </p15:guide>
        <p15:guide id="10" pos="2068" userDrawn="1">
          <p15:clr>
            <a:srgbClr val="A4A3A4"/>
          </p15:clr>
        </p15:guide>
        <p15:guide id="11" pos="3759" userDrawn="1">
          <p15:clr>
            <a:srgbClr val="A4A3A4"/>
          </p15:clr>
        </p15:guide>
        <p15:guide id="12" pos="3918" userDrawn="1">
          <p15:clr>
            <a:srgbClr val="A4A3A4"/>
          </p15:clr>
        </p15:guide>
        <p15:guide id="13" pos="5610" userDrawn="1">
          <p15:clr>
            <a:srgbClr val="A4A3A4"/>
          </p15:clr>
        </p15:guide>
        <p15:guide id="14" pos="5769" userDrawn="1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599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3EA9506-A233-2FA2-C4CC-3CFB7E4E33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21096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300"/>
            </a:lvl1pPr>
            <a:lvl2pPr>
              <a:spcAft>
                <a:spcPts val="600"/>
              </a:spcAft>
              <a:defRPr sz="1300"/>
            </a:lvl2pPr>
            <a:lvl3pPr>
              <a:spcAft>
                <a:spcPts val="600"/>
              </a:spcAft>
              <a:defRPr sz="1300"/>
            </a:lvl3pPr>
            <a:lvl4pPr>
              <a:spcAft>
                <a:spcPts val="600"/>
              </a:spcAft>
              <a:defRPr sz="1300"/>
            </a:lvl4pPr>
            <a:lvl5pPr>
              <a:spcAft>
                <a:spcPts val="600"/>
              </a:spcAft>
              <a:defRPr sz="1300"/>
            </a:lvl5pPr>
            <a:lvl6pPr>
              <a:spcAft>
                <a:spcPts val="600"/>
              </a:spcAft>
              <a:defRPr sz="1800"/>
            </a:lvl6pPr>
            <a:lvl7pPr>
              <a:spcAft>
                <a:spcPts val="600"/>
              </a:spcAft>
              <a:defRPr sz="2000"/>
            </a:lvl7pPr>
            <a:lvl8pPr>
              <a:spcAft>
                <a:spcPts val="600"/>
              </a:spcAft>
              <a:defRPr sz="2800"/>
            </a:lvl8pPr>
            <a:lvl9pPr>
              <a:spcAft>
                <a:spcPts val="600"/>
              </a:spcAft>
              <a:defRPr sz="4400"/>
            </a:lvl9pPr>
          </a:lstStyle>
          <a:p>
            <a:pPr lvl="0"/>
            <a:r>
              <a:rPr lang="en-GB"/>
              <a:t>Click to add text                 Press ENTER then TAB to view next text style   Press SHIFT+TAB to view previous text style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7AE9B0B-75B2-3627-3C39-4AADAB64F6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92799" y="1321200"/>
            <a:ext cx="21096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300"/>
            </a:lvl1pPr>
            <a:lvl2pPr>
              <a:spcAft>
                <a:spcPts val="600"/>
              </a:spcAft>
              <a:defRPr sz="1300"/>
            </a:lvl2pPr>
            <a:lvl3pPr>
              <a:spcAft>
                <a:spcPts val="600"/>
              </a:spcAft>
              <a:defRPr sz="1300"/>
            </a:lvl3pPr>
            <a:lvl4pPr>
              <a:spcAft>
                <a:spcPts val="600"/>
              </a:spcAft>
              <a:defRPr sz="1300"/>
            </a:lvl4pPr>
            <a:lvl5pPr>
              <a:spcAft>
                <a:spcPts val="600"/>
              </a:spcAft>
              <a:defRPr sz="1300"/>
            </a:lvl5pPr>
            <a:lvl6pPr>
              <a:spcAft>
                <a:spcPts val="600"/>
              </a:spcAft>
              <a:defRPr sz="1800"/>
            </a:lvl6pPr>
            <a:lvl7pPr>
              <a:spcAft>
                <a:spcPts val="600"/>
              </a:spcAft>
              <a:defRPr sz="2000"/>
            </a:lvl7pPr>
            <a:lvl8pPr>
              <a:spcAft>
                <a:spcPts val="600"/>
              </a:spcAft>
              <a:defRPr sz="2800"/>
            </a:lvl8pPr>
            <a:lvl9pPr>
              <a:spcAft>
                <a:spcPts val="600"/>
              </a:spcAft>
              <a:defRPr sz="4400"/>
            </a:lvl9pPr>
          </a:lstStyle>
          <a:p>
            <a:pPr lvl="0"/>
            <a:r>
              <a:rPr lang="en-GB"/>
              <a:t>Click to add text                Press ENTER then TAB to view next text style    Press SHIFT+TAB to view previous text style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62651CC-6103-D6B0-3621-E03B22D107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39999" y="1321200"/>
            <a:ext cx="21096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300"/>
            </a:lvl1pPr>
            <a:lvl2pPr>
              <a:spcAft>
                <a:spcPts val="600"/>
              </a:spcAft>
              <a:defRPr sz="1300"/>
            </a:lvl2pPr>
            <a:lvl3pPr>
              <a:spcAft>
                <a:spcPts val="600"/>
              </a:spcAft>
              <a:defRPr sz="1300"/>
            </a:lvl3pPr>
            <a:lvl4pPr>
              <a:spcAft>
                <a:spcPts val="600"/>
              </a:spcAft>
              <a:defRPr sz="1300"/>
            </a:lvl4pPr>
            <a:lvl5pPr>
              <a:spcAft>
                <a:spcPts val="600"/>
              </a:spcAft>
              <a:defRPr sz="1300"/>
            </a:lvl5pPr>
            <a:lvl6pPr>
              <a:spcAft>
                <a:spcPts val="600"/>
              </a:spcAft>
              <a:defRPr sz="1800"/>
            </a:lvl6pPr>
            <a:lvl7pPr>
              <a:spcAft>
                <a:spcPts val="600"/>
              </a:spcAft>
              <a:defRPr sz="2000"/>
            </a:lvl7pPr>
            <a:lvl8pPr>
              <a:spcAft>
                <a:spcPts val="600"/>
              </a:spcAft>
              <a:defRPr sz="2800"/>
            </a:lvl8pPr>
            <a:lvl9pPr>
              <a:spcAft>
                <a:spcPts val="600"/>
              </a:spcAft>
              <a:defRPr sz="4400"/>
            </a:lvl9pPr>
          </a:lstStyle>
          <a:p>
            <a:pPr lvl="0"/>
            <a:r>
              <a:rPr lang="en-GB"/>
              <a:t>Click to add text               Press ENTER then TAB to view next text style    Press SHIFT+TAB to view previous text style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85A872B-FDFE-A910-808E-37AAC332D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87199" y="1321200"/>
            <a:ext cx="21096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300"/>
            </a:lvl1pPr>
            <a:lvl2pPr>
              <a:spcAft>
                <a:spcPts val="600"/>
              </a:spcAft>
              <a:defRPr sz="1300"/>
            </a:lvl2pPr>
            <a:lvl3pPr>
              <a:spcAft>
                <a:spcPts val="600"/>
              </a:spcAft>
              <a:defRPr sz="1300"/>
            </a:lvl3pPr>
            <a:lvl4pPr>
              <a:spcAft>
                <a:spcPts val="600"/>
              </a:spcAft>
              <a:defRPr sz="1300"/>
            </a:lvl4pPr>
            <a:lvl5pPr>
              <a:spcAft>
                <a:spcPts val="600"/>
              </a:spcAft>
              <a:defRPr sz="1300"/>
            </a:lvl5pPr>
            <a:lvl6pPr>
              <a:spcAft>
                <a:spcPts val="600"/>
              </a:spcAft>
              <a:defRPr sz="1800"/>
            </a:lvl6pPr>
            <a:lvl7pPr>
              <a:spcAft>
                <a:spcPts val="600"/>
              </a:spcAft>
              <a:defRPr sz="2000"/>
            </a:lvl7pPr>
            <a:lvl8pPr>
              <a:spcAft>
                <a:spcPts val="600"/>
              </a:spcAft>
              <a:defRPr sz="2800"/>
            </a:lvl8pPr>
            <a:lvl9pPr>
              <a:spcAft>
                <a:spcPts val="600"/>
              </a:spcAft>
              <a:defRPr sz="4400"/>
            </a:lvl9pPr>
          </a:lstStyle>
          <a:p>
            <a:pPr lvl="0"/>
            <a:r>
              <a:rPr lang="en-GB"/>
              <a:t>Click to add text               Press ENTER then TAB to view next text style    Press SHIFT+TAB to view previous text style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569B7A-D49B-F095-2912-BE29FADAAF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4399" y="1321200"/>
            <a:ext cx="21096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300"/>
            </a:lvl1pPr>
            <a:lvl2pPr>
              <a:spcAft>
                <a:spcPts val="600"/>
              </a:spcAft>
              <a:defRPr sz="1300"/>
            </a:lvl2pPr>
            <a:lvl3pPr>
              <a:spcAft>
                <a:spcPts val="600"/>
              </a:spcAft>
              <a:defRPr sz="1300"/>
            </a:lvl3pPr>
            <a:lvl4pPr>
              <a:spcAft>
                <a:spcPts val="600"/>
              </a:spcAft>
              <a:defRPr sz="1300"/>
            </a:lvl4pPr>
            <a:lvl5pPr>
              <a:spcAft>
                <a:spcPts val="600"/>
              </a:spcAft>
              <a:defRPr sz="1300"/>
            </a:lvl5pPr>
            <a:lvl6pPr>
              <a:spcAft>
                <a:spcPts val="600"/>
              </a:spcAft>
              <a:defRPr sz="1800"/>
            </a:lvl6pPr>
            <a:lvl7pPr>
              <a:spcAft>
                <a:spcPts val="600"/>
              </a:spcAft>
              <a:defRPr sz="2000"/>
            </a:lvl7pPr>
            <a:lvl8pPr>
              <a:spcAft>
                <a:spcPts val="600"/>
              </a:spcAft>
              <a:defRPr sz="2800"/>
            </a:lvl8pPr>
            <a:lvl9pPr>
              <a:spcAft>
                <a:spcPts val="600"/>
              </a:spcAft>
              <a:defRPr sz="4400"/>
            </a:lvl9pPr>
          </a:lstStyle>
          <a:p>
            <a:pPr lvl="0"/>
            <a:r>
              <a:rPr lang="en-GB"/>
              <a:t>Click to add text              Press ENTER then TAB to view next text style       Press SHIFT+TAB to view previous text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79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96" userDrawn="1">
          <p15:clr>
            <a:srgbClr val="A4A3A4"/>
          </p15:clr>
        </p15:guide>
        <p15:guide id="2" pos="3174" userDrawn="1">
          <p15:clr>
            <a:srgbClr val="A4A3A4"/>
          </p15:clr>
        </p15:guide>
        <p15:guide id="3" pos="4653" userDrawn="1">
          <p15:clr>
            <a:srgbClr val="A4A3A4"/>
          </p15:clr>
        </p15:guide>
        <p15:guide id="4" pos="6131" userDrawn="1">
          <p15:clr>
            <a:srgbClr val="A4A3A4"/>
          </p15:clr>
        </p15:guide>
        <p15:guide id="5" pos="1546" userDrawn="1">
          <p15:clr>
            <a:srgbClr val="A4A3A4"/>
          </p15:clr>
        </p15:guide>
        <p15:guide id="6" pos="3025" userDrawn="1">
          <p15:clr>
            <a:srgbClr val="A4A3A4"/>
          </p15:clr>
        </p15:guide>
        <p15:guide id="7" pos="4503" userDrawn="1">
          <p15:clr>
            <a:srgbClr val="A4A3A4"/>
          </p15:clr>
        </p15:guide>
        <p15:guide id="8" pos="5982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599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4FAE30-3AFD-2623-76CF-E27D660125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599" y="1321200"/>
            <a:ext cx="17208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  <a:lvl6pPr>
              <a:spcAft>
                <a:spcPts val="600"/>
              </a:spcAft>
              <a:defRPr sz="1600"/>
            </a:lvl6pPr>
            <a:lvl7pPr>
              <a:spcAft>
                <a:spcPts val="600"/>
              </a:spcAft>
              <a:defRPr sz="1800"/>
            </a:lvl7pPr>
            <a:lvl8pPr>
              <a:spcAft>
                <a:spcPts val="600"/>
              </a:spcAft>
              <a:defRPr sz="2400"/>
            </a:lvl8pPr>
            <a:lvl9pPr>
              <a:spcAft>
                <a:spcPts val="600"/>
              </a:spcAft>
              <a:defRPr sz="4000"/>
            </a:lvl9pPr>
          </a:lstStyle>
          <a:p>
            <a:pPr lvl="0"/>
            <a:r>
              <a:rPr lang="en-GB"/>
              <a:t>Click to add text   Press ENTER then TAB to view next text style Press SHIFT+TAB to view previous text style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7F4A1-A236-ADEC-7A71-20F3A1D761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01119" y="1321200"/>
            <a:ext cx="17208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  <a:lvl6pPr>
              <a:spcAft>
                <a:spcPts val="600"/>
              </a:spcAft>
              <a:defRPr sz="1600"/>
            </a:lvl6pPr>
            <a:lvl7pPr>
              <a:spcAft>
                <a:spcPts val="600"/>
              </a:spcAft>
              <a:defRPr sz="1800"/>
            </a:lvl7pPr>
            <a:lvl8pPr>
              <a:spcAft>
                <a:spcPts val="600"/>
              </a:spcAft>
              <a:defRPr sz="2400"/>
            </a:lvl8pPr>
            <a:lvl9pPr>
              <a:spcAft>
                <a:spcPts val="600"/>
              </a:spcAft>
              <a:defRPr sz="4000"/>
            </a:lvl9pPr>
          </a:lstStyle>
          <a:p>
            <a:pPr lvl="0"/>
            <a:r>
              <a:rPr lang="en-GB"/>
              <a:t>Click to add text  Press ENTER then TAB to view next text style Press SHIFT+TAB to view previous text style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9188F5-18BE-39D6-3055-ED075D7B8A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56639" y="1321200"/>
            <a:ext cx="17208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  <a:lvl6pPr>
              <a:spcAft>
                <a:spcPts val="600"/>
              </a:spcAft>
              <a:defRPr sz="1600"/>
            </a:lvl6pPr>
            <a:lvl7pPr>
              <a:spcAft>
                <a:spcPts val="600"/>
              </a:spcAft>
              <a:defRPr sz="1800"/>
            </a:lvl7pPr>
            <a:lvl8pPr>
              <a:spcAft>
                <a:spcPts val="600"/>
              </a:spcAft>
              <a:defRPr sz="2400"/>
            </a:lvl8pPr>
            <a:lvl9pPr>
              <a:spcAft>
                <a:spcPts val="600"/>
              </a:spcAft>
              <a:defRPr sz="4000"/>
            </a:lvl9pPr>
          </a:lstStyle>
          <a:p>
            <a:pPr lvl="0"/>
            <a:r>
              <a:rPr lang="en-GB"/>
              <a:t>Click to add text  Press ENTER then TAB to view next text style Press SHIFT+TAB to view previous text style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D571FD4-41B0-AEA6-7CD6-8EA941A86E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2159" y="1321200"/>
            <a:ext cx="17208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  <a:lvl6pPr>
              <a:spcAft>
                <a:spcPts val="600"/>
              </a:spcAft>
              <a:defRPr sz="1600"/>
            </a:lvl6pPr>
            <a:lvl7pPr>
              <a:spcAft>
                <a:spcPts val="600"/>
              </a:spcAft>
              <a:defRPr sz="1800"/>
            </a:lvl7pPr>
            <a:lvl8pPr>
              <a:spcAft>
                <a:spcPts val="600"/>
              </a:spcAft>
              <a:defRPr sz="2400"/>
            </a:lvl8pPr>
            <a:lvl9pPr>
              <a:spcAft>
                <a:spcPts val="600"/>
              </a:spcAft>
              <a:defRPr sz="4000"/>
            </a:lvl9pPr>
          </a:lstStyle>
          <a:p>
            <a:pPr lvl="0"/>
            <a:r>
              <a:rPr lang="en-GB"/>
              <a:t>Click to add text  Press ENTER then TAB to view next text style Press SHIFT+TAB to view previous text style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89A2A0-A6E2-E02F-AF8B-CCEE6CE4F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679" y="1321200"/>
            <a:ext cx="17208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  <a:lvl6pPr>
              <a:spcAft>
                <a:spcPts val="600"/>
              </a:spcAft>
              <a:defRPr sz="1600"/>
            </a:lvl6pPr>
            <a:lvl7pPr>
              <a:spcAft>
                <a:spcPts val="600"/>
              </a:spcAft>
              <a:defRPr sz="1800"/>
            </a:lvl7pPr>
            <a:lvl8pPr>
              <a:spcAft>
                <a:spcPts val="600"/>
              </a:spcAft>
              <a:defRPr sz="2400"/>
            </a:lvl8pPr>
            <a:lvl9pPr>
              <a:spcAft>
                <a:spcPts val="600"/>
              </a:spcAft>
              <a:defRPr sz="4000"/>
            </a:lvl9pPr>
          </a:lstStyle>
          <a:p>
            <a:pPr lvl="0"/>
            <a:r>
              <a:rPr lang="en-GB"/>
              <a:t>Click to add text  Press ENTER then TAB to view next text style Press SHIFT+TAB to view previous text style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243B55F-A105-1D9B-0649-2149395757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23200" y="1321200"/>
            <a:ext cx="1720800" cy="468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  <a:lvl6pPr>
              <a:spcAft>
                <a:spcPts val="600"/>
              </a:spcAft>
              <a:defRPr sz="1600"/>
            </a:lvl6pPr>
            <a:lvl7pPr>
              <a:spcAft>
                <a:spcPts val="600"/>
              </a:spcAft>
              <a:defRPr sz="1800"/>
            </a:lvl7pPr>
            <a:lvl8pPr>
              <a:spcAft>
                <a:spcPts val="600"/>
              </a:spcAft>
              <a:defRPr sz="2400"/>
            </a:lvl8pPr>
            <a:lvl9pPr>
              <a:spcAft>
                <a:spcPts val="600"/>
              </a:spcAft>
              <a:defRPr sz="4000"/>
            </a:lvl9pPr>
          </a:lstStyle>
          <a:p>
            <a:pPr lvl="0"/>
            <a:r>
              <a:rPr lang="en-GB"/>
              <a:t>Click to add text  Press ENTER then TAB to view next text style Press SHIFT+TAB to view previous text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0485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01" userDrawn="1">
          <p15:clr>
            <a:srgbClr val="A4A3A4"/>
          </p15:clr>
        </p15:guide>
        <p15:guide id="2" pos="1449" userDrawn="1">
          <p15:clr>
            <a:srgbClr val="A4A3A4"/>
          </p15:clr>
        </p15:guide>
        <p15:guide id="3" pos="2533" userDrawn="1">
          <p15:clr>
            <a:srgbClr val="A4A3A4"/>
          </p15:clr>
        </p15:guide>
        <p15:guide id="4" pos="2680" userDrawn="1">
          <p15:clr>
            <a:srgbClr val="A4A3A4"/>
          </p15:clr>
        </p15:guide>
        <p15:guide id="5" pos="3764" userDrawn="1">
          <p15:clr>
            <a:srgbClr val="A4A3A4"/>
          </p15:clr>
        </p15:guide>
        <p15:guide id="6" pos="3914" userDrawn="1">
          <p15:clr>
            <a:srgbClr val="A4A3A4"/>
          </p15:clr>
        </p15:guide>
        <p15:guide id="7" pos="4998" userDrawn="1">
          <p15:clr>
            <a:srgbClr val="A4A3A4"/>
          </p15:clr>
        </p15:guide>
        <p15:guide id="8" pos="5145" userDrawn="1">
          <p15:clr>
            <a:srgbClr val="A4A3A4"/>
          </p15:clr>
        </p15:guide>
        <p15:guide id="9" pos="6229" userDrawn="1">
          <p15:clr>
            <a:srgbClr val="A4A3A4"/>
          </p15:clr>
        </p15:guide>
        <p15:guide id="10" pos="6376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images and tex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4879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" y="2692079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>
              <a:buNone/>
              <a:defRPr sz="2000">
                <a:solidFill>
                  <a:schemeClr val="bg1"/>
                </a:solidFill>
              </a:defRPr>
            </a:lvl3pPr>
            <a:lvl4pPr marL="0" indent="0">
              <a:buNone/>
              <a:defRPr sz="2000">
                <a:solidFill>
                  <a:schemeClr val="bg1"/>
                </a:solidFill>
              </a:defRPr>
            </a:lvl4pPr>
            <a:lvl5pPr marL="0" indent="0">
              <a:buNone/>
              <a:defRPr sz="2000">
                <a:solidFill>
                  <a:schemeClr val="bg1"/>
                </a:solidFill>
              </a:defRPr>
            </a:lvl5pPr>
            <a:lvl6pPr marL="0" indent="0">
              <a:defRPr sz="2000">
                <a:solidFill>
                  <a:schemeClr val="bg1"/>
                </a:solidFill>
              </a:defRPr>
            </a:lvl6pPr>
            <a:lvl7pPr marL="0" indent="0">
              <a:defRPr sz="2000">
                <a:solidFill>
                  <a:schemeClr val="bg1"/>
                </a:solidFill>
              </a:defRPr>
            </a:lvl7pPr>
            <a:lvl8pPr marL="0" indent="0">
              <a:defRPr sz="2000">
                <a:solidFill>
                  <a:schemeClr val="bg1"/>
                </a:solidFill>
              </a:defRPr>
            </a:lvl8pPr>
            <a:lvl9pPr marL="0" indent="0">
              <a:defRPr sz="2000">
                <a:solidFill>
                  <a:schemeClr val="bg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" y="3405957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239178" indent="0">
              <a:buNone/>
              <a:defRPr sz="1400">
                <a:solidFill>
                  <a:schemeClr val="bg1"/>
                </a:solidFill>
              </a:defRPr>
            </a:lvl2pPr>
            <a:lvl3pPr marL="480471" indent="0">
              <a:buNone/>
              <a:defRPr sz="1400">
                <a:solidFill>
                  <a:schemeClr val="bg1"/>
                </a:solidFill>
              </a:defRPr>
            </a:lvl3pPr>
            <a:lvl4pPr marL="719649" indent="0">
              <a:buNone/>
              <a:defRPr sz="1400">
                <a:solidFill>
                  <a:schemeClr val="bg1"/>
                </a:solidFill>
              </a:defRPr>
            </a:lvl4pPr>
            <a:lvl5pPr marL="958825" indent="0">
              <a:buNone/>
              <a:defRPr sz="1400"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345600" y="1684079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283199" y="1684079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220799" y="1684079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9158400" y="1684079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83199" y="2692079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 sz="2000">
                <a:solidFill>
                  <a:schemeClr val="bg1"/>
                </a:solidFill>
                <a:latin typeface="+mn-lt"/>
              </a:defRPr>
            </a:lvl3pPr>
            <a:lvl4pPr marL="0" indent="0">
              <a:buNone/>
              <a:defRPr sz="2000">
                <a:solidFill>
                  <a:schemeClr val="bg1"/>
                </a:solidFill>
                <a:latin typeface="+mn-lt"/>
              </a:defRPr>
            </a:lvl4pPr>
            <a:lvl5pPr marL="0" indent="0">
              <a:buNone/>
              <a:defRPr sz="2000">
                <a:solidFill>
                  <a:schemeClr val="bg1"/>
                </a:solidFill>
                <a:latin typeface="+mn-lt"/>
              </a:defRPr>
            </a:lvl5pPr>
            <a:lvl6pPr marL="0" indent="0">
              <a:defRPr sz="2000">
                <a:solidFill>
                  <a:schemeClr val="bg1"/>
                </a:solidFill>
                <a:latin typeface="+mn-lt"/>
              </a:defRPr>
            </a:lvl6pPr>
            <a:lvl7pPr marL="0" indent="0">
              <a:defRPr sz="2000">
                <a:solidFill>
                  <a:schemeClr val="bg1"/>
                </a:solidFill>
                <a:latin typeface="+mn-lt"/>
              </a:defRPr>
            </a:lvl7pPr>
            <a:lvl8pPr marL="0" indent="0">
              <a:defRPr sz="2000">
                <a:solidFill>
                  <a:schemeClr val="bg1"/>
                </a:solidFill>
                <a:latin typeface="+mn-lt"/>
              </a:defRPr>
            </a:lvl8pPr>
            <a:lvl9pPr marL="0" indent="0"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3199" y="3405957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239178" indent="0">
              <a:buNone/>
              <a:defRPr sz="1400">
                <a:solidFill>
                  <a:schemeClr val="bg1"/>
                </a:solidFill>
              </a:defRPr>
            </a:lvl2pPr>
            <a:lvl3pPr marL="480471" indent="0">
              <a:buNone/>
              <a:defRPr sz="1400">
                <a:solidFill>
                  <a:schemeClr val="bg1"/>
                </a:solidFill>
              </a:defRPr>
            </a:lvl3pPr>
            <a:lvl4pPr marL="719649" indent="0">
              <a:buNone/>
              <a:defRPr sz="1400">
                <a:solidFill>
                  <a:schemeClr val="bg1"/>
                </a:solidFill>
              </a:defRPr>
            </a:lvl4pPr>
            <a:lvl5pPr marL="958825" indent="0">
              <a:buNone/>
              <a:defRPr sz="1400"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20799" y="2692079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39178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480471" indent="0">
              <a:buNone/>
              <a:defRPr sz="2000">
                <a:solidFill>
                  <a:schemeClr val="bg1"/>
                </a:solidFill>
                <a:latin typeface="+mn-lt"/>
              </a:defRPr>
            </a:lvl3pPr>
            <a:lvl4pPr marL="719649" indent="0">
              <a:buNone/>
              <a:defRPr sz="2000">
                <a:solidFill>
                  <a:schemeClr val="bg1"/>
                </a:solidFill>
                <a:latin typeface="+mn-lt"/>
              </a:defRPr>
            </a:lvl4pPr>
            <a:lvl5pPr marL="958825" indent="0">
              <a:buNone/>
              <a:defRPr sz="2000">
                <a:solidFill>
                  <a:schemeClr val="bg1"/>
                </a:solidFill>
                <a:latin typeface="+mn-lt"/>
              </a:defRPr>
            </a:lvl5pPr>
            <a:lvl6pPr>
              <a:defRPr sz="2000">
                <a:solidFill>
                  <a:schemeClr val="bg1"/>
                </a:solidFill>
                <a:latin typeface="+mn-lt"/>
              </a:defRPr>
            </a:lvl6pPr>
            <a:lvl7pPr>
              <a:defRPr sz="2000">
                <a:solidFill>
                  <a:schemeClr val="bg1"/>
                </a:solidFill>
                <a:latin typeface="+mn-lt"/>
              </a:defRPr>
            </a:lvl7pPr>
            <a:lvl8pPr>
              <a:defRPr sz="2000">
                <a:solidFill>
                  <a:schemeClr val="bg1"/>
                </a:solidFill>
                <a:latin typeface="+mn-lt"/>
              </a:defRPr>
            </a:lvl8pPr>
            <a:lvl9pPr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0799" y="3405957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239178" indent="0">
              <a:buNone/>
              <a:defRPr sz="1400">
                <a:solidFill>
                  <a:schemeClr val="bg1"/>
                </a:solidFill>
              </a:defRPr>
            </a:lvl2pPr>
            <a:lvl3pPr marL="480471" indent="0">
              <a:buNone/>
              <a:defRPr sz="1400">
                <a:solidFill>
                  <a:schemeClr val="bg1"/>
                </a:solidFill>
              </a:defRPr>
            </a:lvl3pPr>
            <a:lvl4pPr marL="719649" indent="0">
              <a:buNone/>
              <a:defRPr sz="1400">
                <a:solidFill>
                  <a:schemeClr val="bg1"/>
                </a:solidFill>
              </a:defRPr>
            </a:lvl4pPr>
            <a:lvl5pPr marL="958825" indent="0">
              <a:buNone/>
              <a:defRPr sz="1400"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58400" y="2692079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39178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480471" indent="0">
              <a:buNone/>
              <a:defRPr sz="2000">
                <a:solidFill>
                  <a:schemeClr val="bg1"/>
                </a:solidFill>
                <a:latin typeface="+mn-lt"/>
              </a:defRPr>
            </a:lvl3pPr>
            <a:lvl4pPr marL="719649" indent="0">
              <a:buNone/>
              <a:defRPr sz="2000">
                <a:solidFill>
                  <a:schemeClr val="bg1"/>
                </a:solidFill>
                <a:latin typeface="+mn-lt"/>
              </a:defRPr>
            </a:lvl4pPr>
            <a:lvl5pPr marL="958825" indent="0">
              <a:buNone/>
              <a:defRPr sz="2000">
                <a:solidFill>
                  <a:schemeClr val="bg1"/>
                </a:solidFill>
                <a:latin typeface="+mn-lt"/>
              </a:defRPr>
            </a:lvl5pPr>
            <a:lvl6pPr>
              <a:defRPr sz="2000">
                <a:solidFill>
                  <a:schemeClr val="bg1"/>
                </a:solidFill>
                <a:latin typeface="+mn-lt"/>
              </a:defRPr>
            </a:lvl6pPr>
            <a:lvl7pPr>
              <a:defRPr sz="2000">
                <a:solidFill>
                  <a:schemeClr val="bg1"/>
                </a:solidFill>
                <a:latin typeface="+mn-lt"/>
              </a:defRPr>
            </a:lvl7pPr>
            <a:lvl8pPr>
              <a:defRPr sz="2000">
                <a:solidFill>
                  <a:schemeClr val="bg1"/>
                </a:solidFill>
                <a:latin typeface="+mn-lt"/>
              </a:defRPr>
            </a:lvl8pPr>
            <a:lvl9pPr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A3730497-CA66-4CCE-9128-3C544C7579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58400" y="3405957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239178" indent="0">
              <a:buNone/>
              <a:defRPr sz="1400">
                <a:solidFill>
                  <a:schemeClr val="bg1"/>
                </a:solidFill>
              </a:defRPr>
            </a:lvl2pPr>
            <a:lvl3pPr marL="480471" indent="0">
              <a:buNone/>
              <a:defRPr sz="1400">
                <a:solidFill>
                  <a:schemeClr val="bg1"/>
                </a:solidFill>
              </a:defRPr>
            </a:lvl3pPr>
            <a:lvl4pPr marL="719649" indent="0">
              <a:buNone/>
              <a:defRPr sz="1400">
                <a:solidFill>
                  <a:schemeClr val="bg1"/>
                </a:solidFill>
              </a:defRPr>
            </a:lvl4pPr>
            <a:lvl5pPr marL="958825" indent="0">
              <a:buNone/>
              <a:defRPr sz="1400"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4" name="tieto logo">
            <a:extLst>
              <a:ext uri="{FF2B5EF4-FFF2-40B4-BE49-F238E27FC236}">
                <a16:creationId xmlns:a16="http://schemas.microsoft.com/office/drawing/2014/main" id="{51E8AA89-9A55-A144-FB9A-A6B12DD9E1E4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B9F7B9DB-6078-D476-461C-CE2F25694F19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92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09" userDrawn="1">
          <p15:clr>
            <a:srgbClr val="A4A3A4"/>
          </p15:clr>
        </p15:guide>
        <p15:guide id="2" pos="2068" userDrawn="1">
          <p15:clr>
            <a:srgbClr val="A4A3A4"/>
          </p15:clr>
        </p15:guide>
        <p15:guide id="3" pos="3918" userDrawn="1">
          <p15:clr>
            <a:srgbClr val="A4A3A4"/>
          </p15:clr>
        </p15:guide>
        <p15:guide id="4" pos="5769" userDrawn="1">
          <p15:clr>
            <a:srgbClr val="A4A3A4"/>
          </p15:clr>
        </p15:guide>
        <p15:guide id="5" pos="3759" userDrawn="1">
          <p15:clr>
            <a:srgbClr val="A4A3A4"/>
          </p15:clr>
        </p15:guide>
        <p15:guide id="6" pos="5610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384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600" y="2692584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5pPr>
            <a:lvl6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6pPr>
            <a:lvl7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7pPr>
            <a:lvl8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8pPr>
            <a:lvl9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" y="3406462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239178" indent="0">
              <a:buNone/>
              <a:defRPr sz="1400">
                <a:solidFill>
                  <a:schemeClr val="accent1"/>
                </a:solidFill>
              </a:defRPr>
            </a:lvl2pPr>
            <a:lvl3pPr marL="480471" indent="0">
              <a:buNone/>
              <a:defRPr sz="1400">
                <a:solidFill>
                  <a:schemeClr val="accent1"/>
                </a:solidFill>
              </a:defRPr>
            </a:lvl3pPr>
            <a:lvl4pPr marL="719649" indent="0">
              <a:buNone/>
              <a:defRPr sz="1400">
                <a:solidFill>
                  <a:schemeClr val="accent1"/>
                </a:solidFill>
              </a:defRPr>
            </a:lvl4pPr>
            <a:lvl5pPr marL="958825" indent="0">
              <a:buNone/>
              <a:defRPr sz="1400"/>
            </a:lvl5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45600" y="1684584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283200" y="1684584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220800" y="1684584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158400" y="1684584"/>
            <a:ext cx="814916" cy="698500"/>
          </a:xfrm>
          <a:noFill/>
        </p:spPr>
        <p:txBody>
          <a:bodyPr bIns="1404000" anchor="t" anchorCtr="0">
            <a:noAutofit/>
          </a:bodyPr>
          <a:lstStyle>
            <a:lvl1pPr marL="0" indent="0" algn="ctr">
              <a:buNone/>
              <a:defRPr sz="1067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83200" y="2692584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5pPr>
            <a:lvl6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6pPr>
            <a:lvl7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7pPr>
            <a:lvl8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8pPr>
            <a:lvl9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3200" y="3406462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239178" indent="0">
              <a:buNone/>
              <a:defRPr sz="1400">
                <a:solidFill>
                  <a:schemeClr val="accent1"/>
                </a:solidFill>
              </a:defRPr>
            </a:lvl2pPr>
            <a:lvl3pPr marL="480471" indent="0">
              <a:buNone/>
              <a:defRPr sz="1400">
                <a:solidFill>
                  <a:schemeClr val="accent1"/>
                </a:solidFill>
              </a:defRPr>
            </a:lvl3pPr>
            <a:lvl4pPr marL="719649" indent="0">
              <a:buNone/>
              <a:defRPr sz="1400">
                <a:solidFill>
                  <a:schemeClr val="accent1"/>
                </a:solidFill>
              </a:defRPr>
            </a:lvl4pPr>
            <a:lvl5pPr marL="958825" indent="0">
              <a:buNone/>
              <a:defRPr sz="1400"/>
            </a:lvl5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20800" y="2692584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5pPr>
            <a:lvl6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6pPr>
            <a:lvl7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7pPr>
            <a:lvl8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8pPr>
            <a:lvl9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0800" y="3406462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239178" indent="0">
              <a:buNone/>
              <a:defRPr sz="1400">
                <a:solidFill>
                  <a:schemeClr val="accent1"/>
                </a:solidFill>
              </a:defRPr>
            </a:lvl2pPr>
            <a:lvl3pPr marL="480471" indent="0">
              <a:buNone/>
              <a:defRPr sz="1400">
                <a:solidFill>
                  <a:schemeClr val="accent1"/>
                </a:solidFill>
              </a:defRPr>
            </a:lvl3pPr>
            <a:lvl4pPr marL="719649" indent="0">
              <a:buNone/>
              <a:defRPr sz="1400">
                <a:solidFill>
                  <a:schemeClr val="accent1"/>
                </a:solidFill>
              </a:defRPr>
            </a:lvl4pPr>
            <a:lvl5pPr marL="958825" indent="0">
              <a:buNone/>
              <a:defRPr sz="1400"/>
            </a:lvl5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58400" y="2692584"/>
            <a:ext cx="2685600" cy="612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5pPr>
            <a:lvl6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6pPr>
            <a:lvl7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7pPr>
            <a:lvl8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8pPr>
            <a:lvl9pPr marL="0">
              <a:spcBef>
                <a:spcPts val="0"/>
              </a:spcBef>
              <a:defRPr sz="1800">
                <a:solidFill>
                  <a:schemeClr val="accent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B535D04-089D-4C0C-B8F6-D5DF48A1F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58400" y="3406462"/>
            <a:ext cx="2685600" cy="2595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239178" indent="0">
              <a:buNone/>
              <a:defRPr sz="1400">
                <a:solidFill>
                  <a:schemeClr val="accent1"/>
                </a:solidFill>
              </a:defRPr>
            </a:lvl2pPr>
            <a:lvl3pPr marL="480471" indent="0">
              <a:buNone/>
              <a:defRPr sz="1400">
                <a:solidFill>
                  <a:schemeClr val="accent1"/>
                </a:solidFill>
              </a:defRPr>
            </a:lvl3pPr>
            <a:lvl4pPr marL="719649" indent="0">
              <a:buNone/>
              <a:defRPr sz="1400">
                <a:solidFill>
                  <a:schemeClr val="accent1"/>
                </a:solidFill>
              </a:defRPr>
            </a:lvl4pPr>
            <a:lvl5pPr marL="958825" indent="0">
              <a:buNone/>
              <a:defRPr sz="1400"/>
            </a:lvl5pPr>
          </a:lstStyle>
          <a:p>
            <a:pPr marL="0" marR="0" lvl="0" indent="0" algn="l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09" userDrawn="1">
          <p15:clr>
            <a:srgbClr val="A4A3A4"/>
          </p15:clr>
        </p15:guide>
        <p15:guide id="2" pos="2068" userDrawn="1">
          <p15:clr>
            <a:srgbClr val="A4A3A4"/>
          </p15:clr>
        </p15:guide>
        <p15:guide id="3" pos="3759" userDrawn="1">
          <p15:clr>
            <a:srgbClr val="A4A3A4"/>
          </p15:clr>
        </p15:guide>
        <p15:guide id="4" pos="3918" userDrawn="1">
          <p15:clr>
            <a:srgbClr val="A4A3A4"/>
          </p15:clr>
        </p15:guide>
        <p15:guide id="5" pos="5610" userDrawn="1">
          <p15:clr>
            <a:srgbClr val="A4A3A4"/>
          </p15:clr>
        </p15:guide>
        <p15:guide id="6" pos="5769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A64748B2-AB5B-F2DF-388B-D32A5340C6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6" name="Footer Placeholder 5" hidden="1">
            <a:extLst>
              <a:ext uri="{FF2B5EF4-FFF2-40B4-BE49-F238E27FC236}">
                <a16:creationId xmlns:a16="http://schemas.microsoft.com/office/drawing/2014/main" id="{B61AA9A0-FDAE-C138-2F6C-83A17EFAD4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5126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2A6F489-9E7E-06F8-A257-C4E8A191B6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600" y="1321200"/>
            <a:ext cx="5126400" cy="46764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Press SHIFT+TAB to view previous text style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33F71-F64F-7C99-FEE2-6893CC30E9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689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446" userDrawn="1">
          <p15:clr>
            <a:srgbClr val="A4A3A4"/>
          </p15:clr>
        </p15:guide>
        <p15:guide id="6" pos="3839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489EA5DB-AD78-0EC6-090B-CCE300A110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6" name="Footer Placeholder 5" hidden="1">
            <a:extLst>
              <a:ext uri="{FF2B5EF4-FFF2-40B4-BE49-F238E27FC236}">
                <a16:creationId xmlns:a16="http://schemas.microsoft.com/office/drawing/2014/main" id="{AE802346-D680-F60B-0A17-FD2996D08A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71434" y="0"/>
            <a:ext cx="7920567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3589813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3900FFE-3876-DD64-F500-799DA81E7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600" y="1321200"/>
            <a:ext cx="3589813" cy="46800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2200"/>
            </a:lvl7pPr>
            <a:lvl8pPr>
              <a:defRPr sz="2800"/>
            </a:lvl8pPr>
            <a:lvl9pPr>
              <a:defRPr sz="4400"/>
            </a:lvl9pPr>
          </a:lstStyle>
          <a:p>
            <a:pPr lvl="0"/>
            <a:r>
              <a:rPr lang="en-GB" dirty="0"/>
              <a:t>Click to add text                                               Press ENTER then TAB to view next text style                                                                       Press SHIFT+TAB to view previous text style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4979F3-30C5-879A-A3A8-171F613ACF9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142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79" userDrawn="1">
          <p15:clr>
            <a:srgbClr val="A4A3A4"/>
          </p15:clr>
        </p15:guide>
        <p15:guide id="4" pos="2691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5183748C-CC9F-EB9A-4A0B-E8871E6853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433C748-BB76-CFC1-660C-7C2E8899BB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1A66733-51BD-4A1B-A1E1-2EA7AEFEDF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51224" y="0"/>
            <a:ext cx="4040776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72576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64F4DFE-FB0A-B5A1-E66B-F67EF5EF49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600" y="1321200"/>
            <a:ext cx="3459600" cy="4680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8FF44A2-CE83-8C47-172B-8563FB396F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3600" y="1321200"/>
            <a:ext cx="3459600" cy="4680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add text                                             Press ENTER then TAB to view next text style         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031D41-B7B1-CCE3-25FA-B2AD364645B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673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396" userDrawn="1">
          <p15:clr>
            <a:srgbClr val="A4A3A4"/>
          </p15:clr>
        </p15:guide>
        <p15:guide id="5" pos="4789" userDrawn="1">
          <p15:clr>
            <a:srgbClr val="A4A3A4"/>
          </p15:clr>
        </p15:guide>
        <p15:guide id="6" pos="2610" userDrawn="1">
          <p15:clr>
            <a:srgbClr val="A4A3A4"/>
          </p15:clr>
        </p15:guide>
        <p15:guide id="7" pos="5134" userDrawn="1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Content">
    <p:bg>
      <p:bgPr>
        <a:solidFill>
          <a:srgbClr val="021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 hidden="1">
            <a:extLst>
              <a:ext uri="{FF2B5EF4-FFF2-40B4-BE49-F238E27FC236}">
                <a16:creationId xmlns:a16="http://schemas.microsoft.com/office/drawing/2014/main" id="{4733E1A8-81B3-838D-F42A-C8D8DA13BA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16" name="Footer Placeholder 15" hidden="1">
            <a:extLst>
              <a:ext uri="{FF2B5EF4-FFF2-40B4-BE49-F238E27FC236}">
                <a16:creationId xmlns:a16="http://schemas.microsoft.com/office/drawing/2014/main" id="{83548E08-5C7A-9EAB-116B-F5EDE3FE75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CF30B-0460-4090-8253-4C0C66AF2BC8}"/>
              </a:ext>
            </a:extLst>
          </p:cNvPr>
          <p:cNvSpPr/>
          <p:nvPr userDrawn="1"/>
        </p:nvSpPr>
        <p:spPr bwMode="white">
          <a:xfrm>
            <a:off x="1" y="0"/>
            <a:ext cx="42714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3577113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B0955-4799-4906-A566-C24D9C3A04F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18037" y="344488"/>
            <a:ext cx="7226829" cy="61658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239178" indent="0">
              <a:buNone/>
              <a:defRPr/>
            </a:lvl2pPr>
          </a:lstStyle>
          <a:p>
            <a:pPr lvl="0"/>
            <a:r>
              <a:rPr lang="en-GB" dirty="0"/>
              <a:t>Click to add content for example chart or table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4F75EE-9E20-3783-00AB-03459E3521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600" y="1321200"/>
            <a:ext cx="3577113" cy="4680000"/>
          </a:xfrm>
        </p:spPr>
        <p:txBody>
          <a:bodyPr>
            <a:noAutofit/>
          </a:bodyPr>
          <a:lstStyle>
            <a:lvl1pPr>
              <a:defRPr>
                <a:solidFill>
                  <a:srgbClr val="021E57"/>
                </a:solidFill>
              </a:defRPr>
            </a:lvl1pPr>
            <a:lvl2pPr>
              <a:defRPr>
                <a:solidFill>
                  <a:srgbClr val="021E57"/>
                </a:solidFill>
              </a:defRPr>
            </a:lvl2pPr>
            <a:lvl3pPr>
              <a:defRPr>
                <a:solidFill>
                  <a:srgbClr val="021E57"/>
                </a:solidFill>
              </a:defRPr>
            </a:lvl3pPr>
            <a:lvl4pPr>
              <a:defRPr>
                <a:solidFill>
                  <a:srgbClr val="021E57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  <a:lvl6pPr>
              <a:defRPr>
                <a:solidFill>
                  <a:srgbClr val="021E57"/>
                </a:solidFill>
              </a:defRPr>
            </a:lvl6pPr>
            <a:lvl7pPr>
              <a:defRPr>
                <a:solidFill>
                  <a:srgbClr val="021E57"/>
                </a:solidFill>
              </a:defRPr>
            </a:lvl7pPr>
            <a:lvl8pPr>
              <a:defRPr>
                <a:solidFill>
                  <a:srgbClr val="021E57"/>
                </a:solidFill>
              </a:defRPr>
            </a:lvl8pPr>
            <a:lvl9pPr>
              <a:defRPr>
                <a:solidFill>
                  <a:srgbClr val="021E57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4" name="tieto logo">
            <a:extLst>
              <a:ext uri="{FF2B5EF4-FFF2-40B4-BE49-F238E27FC236}">
                <a16:creationId xmlns:a16="http://schemas.microsoft.com/office/drawing/2014/main" id="{E01A12AC-B744-3ECF-186B-CE18AA016569}"/>
              </a:ext>
            </a:extLst>
          </p:cNvPr>
          <p:cNvSpPr/>
          <p:nvPr userDrawn="1"/>
        </p:nvSpPr>
        <p:spPr>
          <a:xfrm>
            <a:off x="347179" y="6549144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BAB01BF4-407F-F866-0A64-9AD7D9E6AA25}"/>
              </a:ext>
            </a:extLst>
          </p:cNvPr>
          <p:cNvSpPr/>
          <p:nvPr userDrawn="1"/>
        </p:nvSpPr>
        <p:spPr>
          <a:xfrm>
            <a:off x="1374161" y="6531988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39E020D-4115-641E-4C86-70BD005E0C9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607551"/>
      </p:ext>
    </p:extLst>
  </p:cSld>
  <p:clrMapOvr>
    <a:overrideClrMapping bg1="dk1" tx1="lt1" bg2="dk2" tx2="lt2" accent1="lt2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2691" userDrawn="1">
          <p15:clr>
            <a:srgbClr val="A4A3A4"/>
          </p15:clr>
        </p15:guide>
        <p15:guide id="4" pos="2471" userDrawn="1">
          <p15:clr>
            <a:srgbClr val="A4A3A4"/>
          </p15:clr>
        </p15:guide>
        <p15:guide id="5" pos="2909" userDrawn="1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and text box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06E73E0-7E92-C797-E8ED-9E5A83B50A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25EF2680-7C32-D9E5-9813-EFB11104B5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4D2E6FC0-6229-C158-BB01-09DEDFE371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1"/>
            <a:ext cx="12192000" cy="31512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29001"/>
            <a:ext cx="3343750" cy="97061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4B38B19-CADF-4FC1-9242-DEBCD1E6C24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45600" y="4590445"/>
            <a:ext cx="3343750" cy="141030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100">
                <a:solidFill>
                  <a:schemeClr val="accent4"/>
                </a:solidFill>
                <a:latin typeface="+mn-lt"/>
              </a:defRPr>
            </a:lvl1pPr>
            <a:lvl2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2pPr>
            <a:lvl3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3pPr>
            <a:lvl4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4pPr>
            <a:lvl5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5pPr>
            <a:lvl6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6pPr>
            <a:lvl7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7pPr>
            <a:lvl8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8pPr>
            <a:lvl9pPr marL="0" indent="0" algn="l">
              <a:buNone/>
              <a:defRPr sz="2100">
                <a:solidFill>
                  <a:schemeClr val="accent4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0E5DF87C-1B84-491A-8BE0-03F3EBFD02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4368" y="3527118"/>
            <a:ext cx="1810800" cy="2473632"/>
          </a:xfrm>
        </p:spPr>
        <p:txBody>
          <a:bodyPr vert="horz" lIns="0" tIns="0" rIns="0" bIns="0" rtlCol="0"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Char char="​"/>
              <a:defRPr lang="en-US" sz="1300" dirty="0" smtClean="0">
                <a:solidFill>
                  <a:schemeClr val="bg1"/>
                </a:solidFill>
                <a:latin typeface="+mn-lt"/>
              </a:defRPr>
            </a:lvl1pPr>
            <a:lvl2pPr marL="230400" indent="-230400">
              <a:spcAft>
                <a:spcPts val="600"/>
              </a:spcAft>
              <a:buFont typeface="Arial" panose="020B0604020202020204" pitchFamily="34" charset="0"/>
              <a:buChar char="•"/>
              <a:defRPr lang="en-GB" sz="1300" dirty="0">
                <a:solidFill>
                  <a:schemeClr val="bg1"/>
                </a:solidFill>
                <a:latin typeface="+mn-lt"/>
              </a:defRPr>
            </a:lvl2pPr>
            <a:lvl3pPr marL="460800" indent="-230400">
              <a:spcAft>
                <a:spcPts val="600"/>
              </a:spcAft>
              <a:buFont typeface="Tieto Sans" pitchFamily="2" charset="0"/>
              <a:buChar char="−"/>
              <a:defRPr lang="en-US" sz="1300" dirty="0" smtClean="0">
                <a:solidFill>
                  <a:schemeClr val="bg1"/>
                </a:solidFill>
                <a:latin typeface="+mn-lt"/>
              </a:defRPr>
            </a:lvl3pPr>
            <a:lvl4pPr marL="691200" indent="-230400">
              <a:spcAft>
                <a:spcPts val="600"/>
              </a:spcAft>
              <a:buFont typeface="Wingdings" panose="05000000000000000000" pitchFamily="2" charset="2"/>
              <a:buChar char="§"/>
              <a:defRPr lang="en-US" sz="1300" dirty="0" smtClean="0">
                <a:solidFill>
                  <a:schemeClr val="bg1"/>
                </a:solidFill>
                <a:latin typeface="+mn-lt"/>
              </a:defRPr>
            </a:lvl4pPr>
            <a:lvl5pPr marL="0" indent="0">
              <a:spcAft>
                <a:spcPts val="600"/>
              </a:spcAft>
              <a:buFont typeface="Arial" panose="020B0604020202020204" pitchFamily="34" charset="0"/>
              <a:buChar char="​"/>
              <a:defRPr lang="en-US" sz="1600" dirty="0" smtClean="0">
                <a:solidFill>
                  <a:schemeClr val="bg1"/>
                </a:solidFill>
              </a:defRPr>
            </a:lvl5pPr>
            <a:lvl6pPr>
              <a:spcAft>
                <a:spcPts val="600"/>
              </a:spcAft>
              <a:defRPr lang="en-US" sz="1600" dirty="0" smtClean="0">
                <a:solidFill>
                  <a:schemeClr val="bg1"/>
                </a:solidFill>
              </a:defRPr>
            </a:lvl6pPr>
            <a:lvl7pPr>
              <a:spcAft>
                <a:spcPts val="600"/>
              </a:spcAft>
              <a:defRPr lang="en-US" sz="2000" dirty="0" smtClean="0">
                <a:solidFill>
                  <a:schemeClr val="bg1"/>
                </a:solidFill>
              </a:defRPr>
            </a:lvl7pPr>
            <a:lvl8pPr>
              <a:spcAft>
                <a:spcPts val="600"/>
              </a:spcAft>
              <a:defRPr lang="en-US" sz="2800" dirty="0" smtClean="0">
                <a:solidFill>
                  <a:schemeClr val="bg1"/>
                </a:solidFill>
              </a:defRPr>
            </a:lvl8pPr>
            <a:lvl9pPr>
              <a:spcAft>
                <a:spcPts val="600"/>
              </a:spcAft>
              <a:defRPr lang="en-US" sz="4400" dirty="0" smtClean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Press ENTER then TAB to view next text style         Press SHIFT+TAB to view previous text style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647C692-E63D-49B1-87FE-EBCEE07743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4091" y="3527118"/>
            <a:ext cx="1810800" cy="2473632"/>
          </a:xfrm>
          <a:noFill/>
        </p:spPr>
        <p:txBody>
          <a:bodyPr lIns="0" tIns="0" rIns="0" bIns="0"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1300">
                <a:solidFill>
                  <a:schemeClr val="bg1"/>
                </a:solidFill>
                <a:latin typeface="+mn-lt"/>
              </a:defRPr>
            </a:lvl1pPr>
            <a:lvl2pPr marL="230400" indent="-23040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2pPr>
            <a:lvl3pPr marL="460800" indent="-230400">
              <a:spcAft>
                <a:spcPts val="600"/>
              </a:spcAft>
              <a:buFont typeface="Tieto Sans" pitchFamily="2" charset="0"/>
              <a:buChar char="−"/>
              <a:defRPr sz="1300">
                <a:solidFill>
                  <a:schemeClr val="bg1"/>
                </a:solidFill>
                <a:latin typeface="+mn-lt"/>
              </a:defRPr>
            </a:lvl3pPr>
            <a:lvl4pPr marL="691200" indent="-230400">
              <a:spcAft>
                <a:spcPts val="600"/>
              </a:spcAft>
              <a:buFont typeface="Wingdings" panose="05000000000000000000" pitchFamily="2" charset="2"/>
              <a:buChar char="§"/>
              <a:defRPr sz="1300">
                <a:solidFill>
                  <a:schemeClr val="bg1"/>
                </a:solidFill>
                <a:latin typeface="+mn-lt"/>
              </a:defRPr>
            </a:lvl4pPr>
            <a:lvl5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</a:defRPr>
            </a:lvl5pPr>
            <a:lvl6pPr>
              <a:spcAft>
                <a:spcPts val="600"/>
              </a:spcAft>
              <a:defRPr sz="1600">
                <a:solidFill>
                  <a:schemeClr val="bg1"/>
                </a:solidFill>
              </a:defRPr>
            </a:lvl6pPr>
            <a:lvl7pPr>
              <a:spcAft>
                <a:spcPts val="600"/>
              </a:spcAft>
              <a:defRPr sz="2000">
                <a:solidFill>
                  <a:schemeClr val="bg1"/>
                </a:solidFill>
              </a:defRPr>
            </a:lvl7pPr>
            <a:lvl8pPr>
              <a:spcAft>
                <a:spcPts val="600"/>
              </a:spcAft>
              <a:defRPr sz="2800">
                <a:solidFill>
                  <a:schemeClr val="bg1"/>
                </a:solidFill>
              </a:defRPr>
            </a:lvl8pPr>
            <a:lvl9pPr>
              <a:spcAft>
                <a:spcPts val="600"/>
              </a:spcAft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Press ENTER then TAB to view next text style         Press SHIFT+TAB to view previous text style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3A47FA5-323D-4520-BD12-CAE3891837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814" y="3527118"/>
            <a:ext cx="1810800" cy="2473632"/>
          </a:xfrm>
          <a:noFill/>
        </p:spPr>
        <p:txBody>
          <a:bodyPr lIns="0" tIns="0" rIns="0" bIns="0"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1300">
                <a:solidFill>
                  <a:schemeClr val="bg1"/>
                </a:solidFill>
                <a:latin typeface="+mn-lt"/>
              </a:defRPr>
            </a:lvl1pPr>
            <a:lvl2pPr marL="230400" indent="-23040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2pPr>
            <a:lvl3pPr marL="460800" indent="-230400">
              <a:spcAft>
                <a:spcPts val="600"/>
              </a:spcAft>
              <a:buFont typeface="Tieto Sans" pitchFamily="2" charset="0"/>
              <a:buChar char="−"/>
              <a:defRPr sz="1300">
                <a:solidFill>
                  <a:schemeClr val="bg1"/>
                </a:solidFill>
                <a:latin typeface="+mn-lt"/>
              </a:defRPr>
            </a:lvl3pPr>
            <a:lvl4pPr marL="691200" indent="-230400">
              <a:spcAft>
                <a:spcPts val="600"/>
              </a:spcAft>
              <a:buFont typeface="Wingdings" panose="05000000000000000000" pitchFamily="2" charset="2"/>
              <a:buChar char="§"/>
              <a:defRPr sz="1300">
                <a:solidFill>
                  <a:schemeClr val="bg1"/>
                </a:solidFill>
                <a:latin typeface="+mn-lt"/>
              </a:defRPr>
            </a:lvl4pPr>
            <a:lvl5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</a:defRPr>
            </a:lvl5pPr>
            <a:lvl6pPr>
              <a:spcAft>
                <a:spcPts val="600"/>
              </a:spcAft>
              <a:defRPr sz="1600">
                <a:solidFill>
                  <a:schemeClr val="bg1"/>
                </a:solidFill>
              </a:defRPr>
            </a:lvl6pPr>
            <a:lvl7pPr>
              <a:spcAft>
                <a:spcPts val="600"/>
              </a:spcAft>
              <a:defRPr sz="2000">
                <a:solidFill>
                  <a:schemeClr val="bg1"/>
                </a:solidFill>
              </a:defRPr>
            </a:lvl7pPr>
            <a:lvl8pPr>
              <a:spcAft>
                <a:spcPts val="600"/>
              </a:spcAft>
              <a:defRPr sz="2800">
                <a:solidFill>
                  <a:schemeClr val="bg1"/>
                </a:solidFill>
              </a:defRPr>
            </a:lvl8pPr>
            <a:lvl9pPr>
              <a:spcAft>
                <a:spcPts val="600"/>
              </a:spcAft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Press ENTER then TAB to view next text style         Press SHIFT+TAB to view previous text style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8C725A-89A3-4153-BB30-F09829AE08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33538" y="3527118"/>
            <a:ext cx="1810800" cy="2473632"/>
          </a:xfrm>
          <a:noFill/>
        </p:spPr>
        <p:txBody>
          <a:bodyPr lIns="0" tIns="0" rIns="0" bIns="0"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1333">
                <a:solidFill>
                  <a:schemeClr val="bg1"/>
                </a:solidFill>
              </a:defRPr>
            </a:lvl1pPr>
            <a:lvl2pPr marL="230400" indent="-23040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2pPr>
            <a:lvl3pPr marL="460800" indent="-230400">
              <a:spcAft>
                <a:spcPts val="600"/>
              </a:spcAft>
              <a:buFont typeface="Tieto Sans" pitchFamily="2" charset="0"/>
              <a:buChar char="−"/>
              <a:defRPr sz="1300">
                <a:solidFill>
                  <a:schemeClr val="bg1"/>
                </a:solidFill>
                <a:latin typeface="+mn-lt"/>
              </a:defRPr>
            </a:lvl3pPr>
            <a:lvl4pPr marL="691200" indent="-230400">
              <a:spcAft>
                <a:spcPts val="600"/>
              </a:spcAft>
              <a:buFont typeface="Wingdings" panose="05000000000000000000" pitchFamily="2" charset="2"/>
              <a:buChar char="§"/>
              <a:defRPr sz="1300">
                <a:solidFill>
                  <a:schemeClr val="bg1"/>
                </a:solidFill>
                <a:latin typeface="+mn-lt"/>
              </a:defRPr>
            </a:lvl4pPr>
            <a:lvl5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</a:defRPr>
            </a:lvl5pPr>
            <a:lvl6pPr>
              <a:spcAft>
                <a:spcPts val="600"/>
              </a:spcAft>
              <a:defRPr sz="1600">
                <a:solidFill>
                  <a:schemeClr val="bg1"/>
                </a:solidFill>
              </a:defRPr>
            </a:lvl6pPr>
            <a:lvl7pPr>
              <a:spcAft>
                <a:spcPts val="600"/>
              </a:spcAft>
              <a:defRPr sz="2000">
                <a:solidFill>
                  <a:schemeClr val="bg1"/>
                </a:solidFill>
              </a:defRPr>
            </a:lvl7pPr>
            <a:lvl8pPr>
              <a:spcAft>
                <a:spcPts val="600"/>
              </a:spcAft>
              <a:defRPr sz="2800">
                <a:solidFill>
                  <a:schemeClr val="bg1"/>
                </a:solidFill>
              </a:defRPr>
            </a:lvl8pPr>
            <a:lvl9pPr>
              <a:spcAft>
                <a:spcPts val="600"/>
              </a:spcAft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Press ENTER then TAB to view next text style         Press SHIFT+TAB to view previous text style</a:t>
            </a:r>
          </a:p>
        </p:txBody>
      </p:sp>
      <p:sp>
        <p:nvSpPr>
          <p:cNvPr id="4" name="tieto logo">
            <a:extLst>
              <a:ext uri="{FF2B5EF4-FFF2-40B4-BE49-F238E27FC236}">
                <a16:creationId xmlns:a16="http://schemas.microsoft.com/office/drawing/2014/main" id="{26627D22-7797-9F22-E01A-3A79CDAA3D0B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5CC496BE-074E-40BB-42C5-0C7581FEB6DB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1939B-5C27-67F0-AE5E-5BE5DBE422B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6227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2541" userDrawn="1">
          <p15:clr>
            <a:srgbClr val="A4A3A4"/>
          </p15:clr>
        </p15:guide>
        <p15:guide id="13" pos="2324" userDrawn="1">
          <p15:clr>
            <a:srgbClr val="A4A3A4"/>
          </p15:clr>
        </p15:guide>
        <p15:guide id="14" pos="3800" userDrawn="1">
          <p15:clr>
            <a:srgbClr val="A4A3A4"/>
          </p15:clr>
        </p15:guide>
        <p15:guide id="15" pos="5061" userDrawn="1">
          <p15:clr>
            <a:srgbClr val="A4A3A4"/>
          </p15:clr>
        </p15:guide>
        <p15:guide id="16" pos="6320" userDrawn="1">
          <p15:clr>
            <a:srgbClr val="A4A3A4"/>
          </p15:clr>
        </p15:guide>
        <p15:guide id="17" pos="3682" userDrawn="1">
          <p15:clr>
            <a:srgbClr val="A4A3A4"/>
          </p15:clr>
        </p15:guide>
        <p15:guide id="18" pos="4941" userDrawn="1">
          <p15:clr>
            <a:srgbClr val="A4A3A4"/>
          </p15:clr>
        </p15:guide>
        <p15:guide id="19" pos="6202" userDrawn="1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and text box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06E73E0-7E92-C797-E8ED-9E5A83B50A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25EF2680-7C32-D9E5-9813-EFB11104B5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78F061-B580-6D43-0F69-8239AC2825D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1"/>
            <a:ext cx="12192000" cy="315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30800"/>
            <a:ext cx="3343750" cy="972000"/>
          </a:xfrm>
        </p:spPr>
        <p:txBody>
          <a:bodyPr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4B38B19-CADF-4FC1-9242-DEBCD1E6C24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45600" y="4590000"/>
            <a:ext cx="3343750" cy="141030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100">
                <a:solidFill>
                  <a:schemeClr val="accent1"/>
                </a:solidFill>
                <a:latin typeface="+mn-lt"/>
              </a:defRPr>
            </a:lvl1pPr>
            <a:lvl2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2pPr>
            <a:lvl3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3pPr>
            <a:lvl4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4pPr>
            <a:lvl5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5pPr>
            <a:lvl6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6pPr>
            <a:lvl7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7pPr>
            <a:lvl8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8pPr>
            <a:lvl9pPr marL="0" indent="0" algn="l">
              <a:buNone/>
              <a:defRPr sz="2100">
                <a:solidFill>
                  <a:schemeClr val="accent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0E5DF87C-1B84-491A-8BE0-03F3EBFD02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4368" y="3528000"/>
            <a:ext cx="1810800" cy="2473200"/>
          </a:xfrm>
        </p:spPr>
        <p:txBody>
          <a:bodyPr vert="horz" lIns="0" tIns="0" rIns="0" bIns="0" rtlCol="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lang="en-US" sz="1300" dirty="0" smtClean="0">
                <a:solidFill>
                  <a:schemeClr val="accent1"/>
                </a:solidFill>
                <a:latin typeface="+mn-lt"/>
              </a:defRPr>
            </a:lvl1pPr>
            <a:lvl2pPr marL="230400" indent="-230400">
              <a:buFont typeface="Arial" panose="020B0604020202020204" pitchFamily="34" charset="0"/>
              <a:buChar char="•"/>
              <a:defRPr lang="en-GB" sz="1300" dirty="0">
                <a:solidFill>
                  <a:schemeClr val="accent1"/>
                </a:solidFill>
                <a:latin typeface="+mn-lt"/>
              </a:defRPr>
            </a:lvl2pPr>
            <a:lvl3pPr marL="460800" indent="-230400">
              <a:buFont typeface="Tieto Sans" pitchFamily="2" charset="0"/>
              <a:buChar char="−"/>
              <a:defRPr lang="en-US" sz="1300" dirty="0" smtClean="0">
                <a:solidFill>
                  <a:schemeClr val="accent1"/>
                </a:solidFill>
                <a:latin typeface="+mn-lt"/>
              </a:defRPr>
            </a:lvl3pPr>
            <a:lvl4pPr marL="691200" indent="-230400">
              <a:buFont typeface="Wingdings" panose="05000000000000000000" pitchFamily="2" charset="2"/>
              <a:buChar char="§"/>
              <a:defRPr lang="en-US" sz="1300" dirty="0" smtClean="0">
                <a:solidFill>
                  <a:schemeClr val="accent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lang="en-US" sz="1600" dirty="0" smtClean="0">
                <a:solidFill>
                  <a:schemeClr val="accent1"/>
                </a:solidFill>
              </a:defRPr>
            </a:lvl5pPr>
            <a:lvl6pPr>
              <a:defRPr lang="en-US" sz="1600" dirty="0" smtClean="0">
                <a:solidFill>
                  <a:schemeClr val="accent3"/>
                </a:solidFill>
                <a:latin typeface="Tieto Sans Medium" pitchFamily="2" charset="0"/>
              </a:defRPr>
            </a:lvl6pPr>
            <a:lvl7pPr>
              <a:defRPr lang="en-US" sz="2000" dirty="0" smtClean="0">
                <a:solidFill>
                  <a:schemeClr val="accent1"/>
                </a:solidFill>
              </a:defRPr>
            </a:lvl7pPr>
            <a:lvl8pPr>
              <a:defRPr lang="en-US" sz="2800" dirty="0" smtClean="0">
                <a:solidFill>
                  <a:schemeClr val="accent1"/>
                </a:solidFill>
              </a:defRPr>
            </a:lvl8pPr>
            <a:lvl9pPr>
              <a:defRPr lang="en-US" sz="4400" dirty="0" smtClean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Click to add text                Press ENTER then TAB to view next text style         Press SHIFT+TAB to view previous text style</a:t>
            </a:r>
            <a:endParaRPr lang="en-GB" dirty="0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647C692-E63D-49B1-87FE-EBCEE07743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4091" y="3528000"/>
            <a:ext cx="1810800" cy="2473200"/>
          </a:xfrm>
          <a:noFill/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1300">
                <a:solidFill>
                  <a:schemeClr val="accent1"/>
                </a:solidFill>
                <a:latin typeface="+mn-lt"/>
              </a:defRPr>
            </a:lvl1pPr>
            <a:lvl2pPr marL="230400" indent="-230400">
              <a:buFont typeface="Arial" panose="020B0604020202020204" pitchFamily="34" charset="0"/>
              <a:buChar char="•"/>
              <a:defRPr sz="1300">
                <a:solidFill>
                  <a:schemeClr val="accent1"/>
                </a:solidFill>
                <a:latin typeface="+mn-lt"/>
              </a:defRPr>
            </a:lvl2pPr>
            <a:lvl3pPr marL="460800" indent="-230400">
              <a:buFont typeface="Tieto Sans" pitchFamily="2" charset="0"/>
              <a:buChar char="−"/>
              <a:defRPr sz="1300">
                <a:solidFill>
                  <a:schemeClr val="accent1"/>
                </a:solidFill>
                <a:latin typeface="+mn-lt"/>
              </a:defRPr>
            </a:lvl3pPr>
            <a:lvl4pPr marL="691200" indent="-230400">
              <a:buFont typeface="Wingdings" panose="05000000000000000000" pitchFamily="2" charset="2"/>
              <a:buChar char="§"/>
              <a:defRPr sz="1300">
                <a:solidFill>
                  <a:schemeClr val="accent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>
                <a:solidFill>
                  <a:schemeClr val="accent1"/>
                </a:solidFill>
              </a:defRPr>
            </a:lvl5pPr>
            <a:lvl6pPr>
              <a:defRPr sz="1600">
                <a:solidFill>
                  <a:schemeClr val="accent3"/>
                </a:solidFill>
                <a:latin typeface="Tieto Sans Medium" pitchFamily="2" charset="0"/>
              </a:defRPr>
            </a:lvl6pPr>
            <a:lvl7pPr>
              <a:defRPr sz="2000">
                <a:solidFill>
                  <a:schemeClr val="accent1"/>
                </a:solidFill>
              </a:defRPr>
            </a:lvl7pPr>
            <a:lvl8pPr>
              <a:defRPr sz="2800">
                <a:solidFill>
                  <a:schemeClr val="accent1"/>
                </a:solidFill>
              </a:defRPr>
            </a:lvl8pPr>
            <a:lvl9pPr>
              <a:defRPr sz="4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add text                Press ENTER then TAB to view next text style         Press SHIFT+TAB to view previous text style</a:t>
            </a:r>
            <a:endParaRPr lang="en-GB" dirty="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3A47FA5-323D-4520-BD12-CAE3891837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814" y="3528000"/>
            <a:ext cx="1810800" cy="2473200"/>
          </a:xfrm>
          <a:noFill/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1300">
                <a:solidFill>
                  <a:schemeClr val="accent1"/>
                </a:solidFill>
                <a:latin typeface="+mn-lt"/>
              </a:defRPr>
            </a:lvl1pPr>
            <a:lvl2pPr marL="230400" indent="-230400">
              <a:buFont typeface="Arial" panose="020B0604020202020204" pitchFamily="34" charset="0"/>
              <a:buChar char="•"/>
              <a:defRPr sz="1300">
                <a:solidFill>
                  <a:schemeClr val="accent1"/>
                </a:solidFill>
                <a:latin typeface="+mn-lt"/>
              </a:defRPr>
            </a:lvl2pPr>
            <a:lvl3pPr marL="460800" indent="-230400">
              <a:buFont typeface="Tieto Sans" pitchFamily="2" charset="0"/>
              <a:buChar char="−"/>
              <a:defRPr sz="1300">
                <a:solidFill>
                  <a:schemeClr val="accent1"/>
                </a:solidFill>
                <a:latin typeface="+mn-lt"/>
              </a:defRPr>
            </a:lvl3pPr>
            <a:lvl4pPr marL="691200" indent="-230400">
              <a:buFont typeface="Wingdings" panose="05000000000000000000" pitchFamily="2" charset="2"/>
              <a:buChar char="§"/>
              <a:defRPr sz="1300">
                <a:solidFill>
                  <a:schemeClr val="accent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>
                <a:solidFill>
                  <a:schemeClr val="accent1"/>
                </a:solidFill>
              </a:defRPr>
            </a:lvl5pPr>
            <a:lvl6pPr>
              <a:defRPr sz="1600">
                <a:solidFill>
                  <a:schemeClr val="accent3"/>
                </a:solidFill>
                <a:latin typeface="Tieto Sans Medium" pitchFamily="2" charset="0"/>
              </a:defRPr>
            </a:lvl6pPr>
            <a:lvl7pPr>
              <a:defRPr sz="2000">
                <a:solidFill>
                  <a:schemeClr val="accent1"/>
                </a:solidFill>
              </a:defRPr>
            </a:lvl7pPr>
            <a:lvl8pPr>
              <a:defRPr sz="2800">
                <a:solidFill>
                  <a:schemeClr val="accent1"/>
                </a:solidFill>
              </a:defRPr>
            </a:lvl8pPr>
            <a:lvl9pPr>
              <a:defRPr sz="4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add text                Press ENTER then TAB to view next text style         Press SHIFT+TAB to view previous text style</a:t>
            </a:r>
            <a:endParaRPr lang="en-GB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8C725A-89A3-4153-BB30-F09829AE08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33538" y="3528000"/>
            <a:ext cx="1810800" cy="2473200"/>
          </a:xfrm>
          <a:noFill/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1333">
                <a:solidFill>
                  <a:schemeClr val="accent1"/>
                </a:solidFill>
              </a:defRPr>
            </a:lvl1pPr>
            <a:lvl2pPr marL="230400" indent="-230400">
              <a:buFont typeface="Arial" panose="020B0604020202020204" pitchFamily="34" charset="0"/>
              <a:buChar char="•"/>
              <a:defRPr sz="1300">
                <a:solidFill>
                  <a:schemeClr val="accent1"/>
                </a:solidFill>
                <a:latin typeface="+mn-lt"/>
              </a:defRPr>
            </a:lvl2pPr>
            <a:lvl3pPr marL="460800" indent="-230400">
              <a:buFont typeface="Tieto Sans" pitchFamily="2" charset="0"/>
              <a:buChar char="−"/>
              <a:defRPr sz="1300">
                <a:solidFill>
                  <a:schemeClr val="accent1"/>
                </a:solidFill>
                <a:latin typeface="+mn-lt"/>
              </a:defRPr>
            </a:lvl3pPr>
            <a:lvl4pPr marL="691200" indent="-230400">
              <a:buFont typeface="Wingdings" panose="05000000000000000000" pitchFamily="2" charset="2"/>
              <a:buChar char="§"/>
              <a:defRPr sz="1300">
                <a:solidFill>
                  <a:schemeClr val="accent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>
                <a:solidFill>
                  <a:schemeClr val="accent1"/>
                </a:solidFill>
              </a:defRPr>
            </a:lvl5pPr>
            <a:lvl6pPr>
              <a:defRPr sz="1600">
                <a:solidFill>
                  <a:schemeClr val="accent3"/>
                </a:solidFill>
                <a:latin typeface="Tieto Sans Medium" pitchFamily="2" charset="0"/>
              </a:defRPr>
            </a:lvl6pPr>
            <a:lvl7pPr>
              <a:defRPr sz="2000">
                <a:solidFill>
                  <a:schemeClr val="accent1"/>
                </a:solidFill>
              </a:defRPr>
            </a:lvl7pPr>
            <a:lvl8pPr>
              <a:defRPr sz="2800">
                <a:solidFill>
                  <a:schemeClr val="accent1"/>
                </a:solidFill>
              </a:defRPr>
            </a:lvl8pPr>
            <a:lvl9pPr>
              <a:defRPr sz="4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add text                Press ENTER then TAB to view next text style         Press SHIFT+TAB to view previous text style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1939B-5C27-67F0-AE5E-5BE5DBE422B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5140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2541" userDrawn="1">
          <p15:clr>
            <a:srgbClr val="A4A3A4"/>
          </p15:clr>
        </p15:guide>
        <p15:guide id="13" pos="2324" userDrawn="1">
          <p15:clr>
            <a:srgbClr val="A4A3A4"/>
          </p15:clr>
        </p15:guide>
        <p15:guide id="14" pos="3800" userDrawn="1">
          <p15:clr>
            <a:srgbClr val="A4A3A4"/>
          </p15:clr>
        </p15:guide>
        <p15:guide id="15" pos="5061" userDrawn="1">
          <p15:clr>
            <a:srgbClr val="A4A3A4"/>
          </p15:clr>
        </p15:guide>
        <p15:guide id="16" pos="6320" userDrawn="1">
          <p15:clr>
            <a:srgbClr val="A4A3A4"/>
          </p15:clr>
        </p15:guide>
        <p15:guide id="17" pos="3682" userDrawn="1">
          <p15:clr>
            <a:srgbClr val="A4A3A4"/>
          </p15:clr>
        </p15:guide>
        <p15:guide id="18" pos="4941" userDrawn="1">
          <p15:clr>
            <a:srgbClr val="A4A3A4"/>
          </p15:clr>
        </p15:guide>
        <p15:guide id="19" pos="6202" userDrawn="1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picture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 hidden="1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December 14, 2021</a:t>
            </a:r>
            <a:endParaRPr lang="en-GB" dirty="0">
              <a:noFill/>
            </a:endParaRPr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ftr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>
              <a:noFill/>
            </a:endParaRPr>
          </a:p>
        </p:txBody>
      </p:sp>
      <p:sp>
        <p:nvSpPr>
          <p:cNvPr id="18" name="White background">
            <a:extLst>
              <a:ext uri="{FF2B5EF4-FFF2-40B4-BE49-F238E27FC236}">
                <a16:creationId xmlns:a16="http://schemas.microsoft.com/office/drawing/2014/main" id="{E2CD55CE-35A5-4A91-74C7-8638D1ADBA0B}"/>
              </a:ext>
            </a:extLst>
          </p:cNvPr>
          <p:cNvSpPr/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 err="1">
              <a:solidFill>
                <a:schemeClr val="accent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33BE24E-DDCC-4A33-AE27-0EB57A45FEC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591984 w 12192000"/>
              <a:gd name="csY0" fmla="*/ 6587560 h 6858000"/>
              <a:gd name="csX1" fmla="*/ 617981 w 12192000"/>
              <a:gd name="csY1" fmla="*/ 6587560 h 6858000"/>
              <a:gd name="csX2" fmla="*/ 623552 w 12192000"/>
              <a:gd name="csY2" fmla="*/ 6593126 h 6858000"/>
              <a:gd name="csX3" fmla="*/ 623552 w 12192000"/>
              <a:gd name="csY3" fmla="*/ 6632705 h 6858000"/>
              <a:gd name="csX4" fmla="*/ 617981 w 12192000"/>
              <a:gd name="csY4" fmla="*/ 6638271 h 6858000"/>
              <a:gd name="csX5" fmla="*/ 591984 w 12192000"/>
              <a:gd name="csY5" fmla="*/ 6638271 h 6858000"/>
              <a:gd name="csX6" fmla="*/ 586413 w 12192000"/>
              <a:gd name="csY6" fmla="*/ 6632705 h 6858000"/>
              <a:gd name="csX7" fmla="*/ 586413 w 12192000"/>
              <a:gd name="csY7" fmla="*/ 6593126 h 6858000"/>
              <a:gd name="csX8" fmla="*/ 591984 w 12192000"/>
              <a:gd name="csY8" fmla="*/ 6587560 h 6858000"/>
              <a:gd name="csX9" fmla="*/ 457357 w 12192000"/>
              <a:gd name="csY9" fmla="*/ 6587560 h 6858000"/>
              <a:gd name="csX10" fmla="*/ 480723 w 12192000"/>
              <a:gd name="csY10" fmla="*/ 6587560 h 6858000"/>
              <a:gd name="csX11" fmla="*/ 485365 w 12192000"/>
              <a:gd name="csY11" fmla="*/ 6592043 h 6858000"/>
              <a:gd name="csX12" fmla="*/ 482116 w 12192000"/>
              <a:gd name="csY12" fmla="*/ 6596991 h 6858000"/>
              <a:gd name="csX13" fmla="*/ 451786 w 12192000"/>
              <a:gd name="csY13" fmla="*/ 6611833 h 6858000"/>
              <a:gd name="csX14" fmla="*/ 451786 w 12192000"/>
              <a:gd name="csY14" fmla="*/ 6593126 h 6858000"/>
              <a:gd name="csX15" fmla="*/ 457357 w 12192000"/>
              <a:gd name="csY15" fmla="*/ 6587560 h 6858000"/>
              <a:gd name="csX16" fmla="*/ 406601 w 12192000"/>
              <a:gd name="csY16" fmla="*/ 6574263 h 6858000"/>
              <a:gd name="csX17" fmla="*/ 406601 w 12192000"/>
              <a:gd name="csY17" fmla="*/ 6651876 h 6858000"/>
              <a:gd name="csX18" fmla="*/ 423623 w 12192000"/>
              <a:gd name="csY18" fmla="*/ 6651876 h 6858000"/>
              <a:gd name="csX19" fmla="*/ 423623 w 12192000"/>
              <a:gd name="csY19" fmla="*/ 6574263 h 6858000"/>
              <a:gd name="csX20" fmla="*/ 589508 w 12192000"/>
              <a:gd name="csY20" fmla="*/ 6573645 h 6858000"/>
              <a:gd name="csX21" fmla="*/ 569391 w 12192000"/>
              <a:gd name="csY21" fmla="*/ 6593744 h 6858000"/>
              <a:gd name="csX22" fmla="*/ 569391 w 12192000"/>
              <a:gd name="csY22" fmla="*/ 6632087 h 6858000"/>
              <a:gd name="csX23" fmla="*/ 589508 w 12192000"/>
              <a:gd name="csY23" fmla="*/ 6652185 h 6858000"/>
              <a:gd name="csX24" fmla="*/ 620457 w 12192000"/>
              <a:gd name="csY24" fmla="*/ 6652185 h 6858000"/>
              <a:gd name="csX25" fmla="*/ 640574 w 12192000"/>
              <a:gd name="csY25" fmla="*/ 6632087 h 6858000"/>
              <a:gd name="csX26" fmla="*/ 640574 w 12192000"/>
              <a:gd name="csY26" fmla="*/ 6593744 h 6858000"/>
              <a:gd name="csX27" fmla="*/ 620457 w 12192000"/>
              <a:gd name="csY27" fmla="*/ 6573645 h 6858000"/>
              <a:gd name="csX28" fmla="*/ 454881 w 12192000"/>
              <a:gd name="csY28" fmla="*/ 6573645 h 6858000"/>
              <a:gd name="csX29" fmla="*/ 434764 w 12192000"/>
              <a:gd name="csY29" fmla="*/ 6593744 h 6858000"/>
              <a:gd name="csX30" fmla="*/ 434764 w 12192000"/>
              <a:gd name="csY30" fmla="*/ 6631777 h 6858000"/>
              <a:gd name="csX31" fmla="*/ 454881 w 12192000"/>
              <a:gd name="csY31" fmla="*/ 6651876 h 6858000"/>
              <a:gd name="csX32" fmla="*/ 501149 w 12192000"/>
              <a:gd name="csY32" fmla="*/ 6651876 h 6858000"/>
              <a:gd name="csX33" fmla="*/ 501149 w 12192000"/>
              <a:gd name="csY33" fmla="*/ 6637962 h 6858000"/>
              <a:gd name="csX34" fmla="*/ 457357 w 12192000"/>
              <a:gd name="csY34" fmla="*/ 6637962 h 6858000"/>
              <a:gd name="csX35" fmla="*/ 451786 w 12192000"/>
              <a:gd name="csY35" fmla="*/ 6632396 h 6858000"/>
              <a:gd name="csX36" fmla="*/ 451786 w 12192000"/>
              <a:gd name="csY36" fmla="*/ 6627912 h 6858000"/>
              <a:gd name="csX37" fmla="*/ 490472 w 12192000"/>
              <a:gd name="csY37" fmla="*/ 6609050 h 6858000"/>
              <a:gd name="csX38" fmla="*/ 502387 w 12192000"/>
              <a:gd name="csY38" fmla="*/ 6591579 h 6858000"/>
              <a:gd name="csX39" fmla="*/ 483199 w 12192000"/>
              <a:gd name="csY39" fmla="*/ 6573645 h 6858000"/>
              <a:gd name="csX40" fmla="*/ 528384 w 12192000"/>
              <a:gd name="csY40" fmla="*/ 6552000 h 6858000"/>
              <a:gd name="csX41" fmla="*/ 512446 w 12192000"/>
              <a:gd name="csY41" fmla="*/ 6559730 h 6858000"/>
              <a:gd name="csX42" fmla="*/ 512446 w 12192000"/>
              <a:gd name="csY42" fmla="*/ 6631777 h 6858000"/>
              <a:gd name="csX43" fmla="*/ 532562 w 12192000"/>
              <a:gd name="csY43" fmla="*/ 6651876 h 6858000"/>
              <a:gd name="csX44" fmla="*/ 560726 w 12192000"/>
              <a:gd name="csY44" fmla="*/ 6651876 h 6858000"/>
              <a:gd name="csX45" fmla="*/ 560726 w 12192000"/>
              <a:gd name="csY45" fmla="*/ 6637962 h 6858000"/>
              <a:gd name="csX46" fmla="*/ 535038 w 12192000"/>
              <a:gd name="csY46" fmla="*/ 6637962 h 6858000"/>
              <a:gd name="csX47" fmla="*/ 529467 w 12192000"/>
              <a:gd name="csY47" fmla="*/ 6632396 h 6858000"/>
              <a:gd name="csX48" fmla="*/ 529467 w 12192000"/>
              <a:gd name="csY48" fmla="*/ 6588178 h 6858000"/>
              <a:gd name="csX49" fmla="*/ 560726 w 12192000"/>
              <a:gd name="csY49" fmla="*/ 6588178 h 6858000"/>
              <a:gd name="csX50" fmla="*/ 560726 w 12192000"/>
              <a:gd name="csY50" fmla="*/ 6574263 h 6858000"/>
              <a:gd name="csX51" fmla="*/ 529467 w 12192000"/>
              <a:gd name="csY51" fmla="*/ 6574263 h 6858000"/>
              <a:gd name="csX52" fmla="*/ 529467 w 12192000"/>
              <a:gd name="csY52" fmla="*/ 6552000 h 6858000"/>
              <a:gd name="csX53" fmla="*/ 406601 w 12192000"/>
              <a:gd name="csY53" fmla="*/ 6552000 h 6858000"/>
              <a:gd name="csX54" fmla="*/ 406601 w 12192000"/>
              <a:gd name="csY54" fmla="*/ 6567461 h 6858000"/>
              <a:gd name="csX55" fmla="*/ 423623 w 12192000"/>
              <a:gd name="csY55" fmla="*/ 6567461 h 6858000"/>
              <a:gd name="csX56" fmla="*/ 423623 w 12192000"/>
              <a:gd name="csY56" fmla="*/ 6552000 h 6858000"/>
              <a:gd name="csX57" fmla="*/ 363118 w 12192000"/>
              <a:gd name="csY57" fmla="*/ 6552000 h 6858000"/>
              <a:gd name="csX58" fmla="*/ 347179 w 12192000"/>
              <a:gd name="csY58" fmla="*/ 6559730 h 6858000"/>
              <a:gd name="csX59" fmla="*/ 347179 w 12192000"/>
              <a:gd name="csY59" fmla="*/ 6631777 h 6858000"/>
              <a:gd name="csX60" fmla="*/ 367296 w 12192000"/>
              <a:gd name="csY60" fmla="*/ 6651876 h 6858000"/>
              <a:gd name="csX61" fmla="*/ 395459 w 12192000"/>
              <a:gd name="csY61" fmla="*/ 6651876 h 6858000"/>
              <a:gd name="csX62" fmla="*/ 395459 w 12192000"/>
              <a:gd name="csY62" fmla="*/ 6637962 h 6858000"/>
              <a:gd name="csX63" fmla="*/ 369772 w 12192000"/>
              <a:gd name="csY63" fmla="*/ 6637962 h 6858000"/>
              <a:gd name="csX64" fmla="*/ 364201 w 12192000"/>
              <a:gd name="csY64" fmla="*/ 6632396 h 6858000"/>
              <a:gd name="csX65" fmla="*/ 364201 w 12192000"/>
              <a:gd name="csY65" fmla="*/ 6588178 h 6858000"/>
              <a:gd name="csX66" fmla="*/ 395459 w 12192000"/>
              <a:gd name="csY66" fmla="*/ 6588178 h 6858000"/>
              <a:gd name="csX67" fmla="*/ 395459 w 12192000"/>
              <a:gd name="csY67" fmla="*/ 6574263 h 6858000"/>
              <a:gd name="csX68" fmla="*/ 364201 w 12192000"/>
              <a:gd name="csY68" fmla="*/ 6574263 h 6858000"/>
              <a:gd name="csX69" fmla="*/ 364201 w 12192000"/>
              <a:gd name="csY69" fmla="*/ 6552000 h 6858000"/>
              <a:gd name="csX70" fmla="*/ 0 w 12192000"/>
              <a:gd name="csY70" fmla="*/ 0 h 6858000"/>
              <a:gd name="csX71" fmla="*/ 12192000 w 12192000"/>
              <a:gd name="csY71" fmla="*/ 0 h 6858000"/>
              <a:gd name="csX72" fmla="*/ 12192000 w 12192000"/>
              <a:gd name="csY72" fmla="*/ 6858000 h 6858000"/>
              <a:gd name="csX73" fmla="*/ 0 w 12192000"/>
              <a:gd name="csY7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</a:cxnLst>
            <a:rect l="l" t="t" r="r" b="b"/>
            <a:pathLst>
              <a:path w="12192000" h="6858000">
                <a:moveTo>
                  <a:pt x="591984" y="6587560"/>
                </a:moveTo>
                <a:lnTo>
                  <a:pt x="617981" y="6587560"/>
                </a:lnTo>
                <a:cubicBezTo>
                  <a:pt x="621385" y="6587560"/>
                  <a:pt x="623552" y="6589724"/>
                  <a:pt x="623552" y="6593126"/>
                </a:cubicBezTo>
                <a:lnTo>
                  <a:pt x="623552" y="6632705"/>
                </a:lnTo>
                <a:cubicBezTo>
                  <a:pt x="623552" y="6636106"/>
                  <a:pt x="621385" y="6638271"/>
                  <a:pt x="617981" y="6638271"/>
                </a:cubicBezTo>
                <a:lnTo>
                  <a:pt x="591984" y="6638271"/>
                </a:lnTo>
                <a:cubicBezTo>
                  <a:pt x="588580" y="6638271"/>
                  <a:pt x="586413" y="6636106"/>
                  <a:pt x="586413" y="6632705"/>
                </a:cubicBezTo>
                <a:lnTo>
                  <a:pt x="586413" y="6593126"/>
                </a:lnTo>
                <a:cubicBezTo>
                  <a:pt x="586413" y="6589724"/>
                  <a:pt x="588580" y="6587560"/>
                  <a:pt x="591984" y="6587560"/>
                </a:cubicBezTo>
                <a:close/>
                <a:moveTo>
                  <a:pt x="457357" y="6587560"/>
                </a:moveTo>
                <a:lnTo>
                  <a:pt x="480723" y="6587560"/>
                </a:lnTo>
                <a:cubicBezTo>
                  <a:pt x="483818" y="6587560"/>
                  <a:pt x="485365" y="6589415"/>
                  <a:pt x="485365" y="6592043"/>
                </a:cubicBezTo>
                <a:cubicBezTo>
                  <a:pt x="485365" y="6594826"/>
                  <a:pt x="484127" y="6595908"/>
                  <a:pt x="482116" y="6596991"/>
                </a:cubicBezTo>
                <a:lnTo>
                  <a:pt x="451786" y="6611833"/>
                </a:lnTo>
                <a:lnTo>
                  <a:pt x="451786" y="6593126"/>
                </a:lnTo>
                <a:cubicBezTo>
                  <a:pt x="451786" y="6589724"/>
                  <a:pt x="453952" y="6587560"/>
                  <a:pt x="457357" y="6587560"/>
                </a:cubicBezTo>
                <a:close/>
                <a:moveTo>
                  <a:pt x="406601" y="6574263"/>
                </a:moveTo>
                <a:lnTo>
                  <a:pt x="406601" y="6651876"/>
                </a:lnTo>
                <a:lnTo>
                  <a:pt x="423623" y="6651876"/>
                </a:lnTo>
                <a:lnTo>
                  <a:pt x="423623" y="6574263"/>
                </a:lnTo>
                <a:close/>
                <a:moveTo>
                  <a:pt x="589508" y="6573645"/>
                </a:moveTo>
                <a:cubicBezTo>
                  <a:pt x="578057" y="6573645"/>
                  <a:pt x="569391" y="6582303"/>
                  <a:pt x="569391" y="6593744"/>
                </a:cubicBezTo>
                <a:lnTo>
                  <a:pt x="569391" y="6632087"/>
                </a:lnTo>
                <a:cubicBezTo>
                  <a:pt x="569391" y="6643527"/>
                  <a:pt x="578057" y="6652185"/>
                  <a:pt x="589508" y="6652185"/>
                </a:cubicBezTo>
                <a:lnTo>
                  <a:pt x="620457" y="6652185"/>
                </a:lnTo>
                <a:cubicBezTo>
                  <a:pt x="631908" y="6652185"/>
                  <a:pt x="640574" y="6643527"/>
                  <a:pt x="640574" y="6632087"/>
                </a:cubicBezTo>
                <a:lnTo>
                  <a:pt x="640574" y="6593744"/>
                </a:lnTo>
                <a:cubicBezTo>
                  <a:pt x="640574" y="6582303"/>
                  <a:pt x="631908" y="6573645"/>
                  <a:pt x="620457" y="6573645"/>
                </a:cubicBezTo>
                <a:close/>
                <a:moveTo>
                  <a:pt x="454881" y="6573645"/>
                </a:moveTo>
                <a:cubicBezTo>
                  <a:pt x="443430" y="6573645"/>
                  <a:pt x="434764" y="6582303"/>
                  <a:pt x="434764" y="6593744"/>
                </a:cubicBezTo>
                <a:lnTo>
                  <a:pt x="434764" y="6631777"/>
                </a:lnTo>
                <a:cubicBezTo>
                  <a:pt x="434764" y="6643218"/>
                  <a:pt x="443430" y="6651876"/>
                  <a:pt x="454881" y="6651876"/>
                </a:cubicBezTo>
                <a:lnTo>
                  <a:pt x="501149" y="6651876"/>
                </a:lnTo>
                <a:lnTo>
                  <a:pt x="501149" y="6637962"/>
                </a:lnTo>
                <a:lnTo>
                  <a:pt x="457357" y="6637962"/>
                </a:lnTo>
                <a:cubicBezTo>
                  <a:pt x="453952" y="6637962"/>
                  <a:pt x="451786" y="6635797"/>
                  <a:pt x="451786" y="6632396"/>
                </a:cubicBezTo>
                <a:lnTo>
                  <a:pt x="451786" y="6627912"/>
                </a:lnTo>
                <a:lnTo>
                  <a:pt x="490472" y="6609050"/>
                </a:lnTo>
                <a:cubicBezTo>
                  <a:pt x="499447" y="6604721"/>
                  <a:pt x="502387" y="6599774"/>
                  <a:pt x="502387" y="6591579"/>
                </a:cubicBezTo>
                <a:cubicBezTo>
                  <a:pt x="502387" y="6581994"/>
                  <a:pt x="495424" y="6573645"/>
                  <a:pt x="483199" y="6573645"/>
                </a:cubicBezTo>
                <a:close/>
                <a:moveTo>
                  <a:pt x="528384" y="6552000"/>
                </a:moveTo>
                <a:lnTo>
                  <a:pt x="512446" y="6559730"/>
                </a:lnTo>
                <a:lnTo>
                  <a:pt x="512446" y="6631777"/>
                </a:lnTo>
                <a:cubicBezTo>
                  <a:pt x="512446" y="6643527"/>
                  <a:pt x="520802" y="6651876"/>
                  <a:pt x="532562" y="6651876"/>
                </a:cubicBezTo>
                <a:lnTo>
                  <a:pt x="560726" y="6651876"/>
                </a:lnTo>
                <a:lnTo>
                  <a:pt x="560726" y="6637962"/>
                </a:lnTo>
                <a:lnTo>
                  <a:pt x="535038" y="6637962"/>
                </a:lnTo>
                <a:cubicBezTo>
                  <a:pt x="531634" y="6637962"/>
                  <a:pt x="529467" y="6635797"/>
                  <a:pt x="529467" y="6632396"/>
                </a:cubicBezTo>
                <a:lnTo>
                  <a:pt x="529467" y="6588178"/>
                </a:lnTo>
                <a:lnTo>
                  <a:pt x="560726" y="6588178"/>
                </a:lnTo>
                <a:lnTo>
                  <a:pt x="560726" y="6574263"/>
                </a:lnTo>
                <a:lnTo>
                  <a:pt x="529467" y="6574263"/>
                </a:lnTo>
                <a:lnTo>
                  <a:pt x="529467" y="6552000"/>
                </a:lnTo>
                <a:close/>
                <a:moveTo>
                  <a:pt x="406601" y="6552000"/>
                </a:moveTo>
                <a:lnTo>
                  <a:pt x="406601" y="6567461"/>
                </a:lnTo>
                <a:lnTo>
                  <a:pt x="423623" y="6567461"/>
                </a:lnTo>
                <a:lnTo>
                  <a:pt x="423623" y="6552000"/>
                </a:lnTo>
                <a:close/>
                <a:moveTo>
                  <a:pt x="363118" y="6552000"/>
                </a:moveTo>
                <a:lnTo>
                  <a:pt x="347179" y="6559730"/>
                </a:lnTo>
                <a:lnTo>
                  <a:pt x="347179" y="6631777"/>
                </a:lnTo>
                <a:cubicBezTo>
                  <a:pt x="347179" y="6643527"/>
                  <a:pt x="355535" y="6651876"/>
                  <a:pt x="367296" y="6651876"/>
                </a:cubicBezTo>
                <a:lnTo>
                  <a:pt x="395459" y="6651876"/>
                </a:lnTo>
                <a:lnTo>
                  <a:pt x="395459" y="6637962"/>
                </a:lnTo>
                <a:lnTo>
                  <a:pt x="369772" y="6637962"/>
                </a:lnTo>
                <a:cubicBezTo>
                  <a:pt x="366367" y="6637962"/>
                  <a:pt x="364201" y="6635797"/>
                  <a:pt x="364201" y="6632396"/>
                </a:cubicBezTo>
                <a:lnTo>
                  <a:pt x="364201" y="6588178"/>
                </a:lnTo>
                <a:lnTo>
                  <a:pt x="395459" y="6588178"/>
                </a:lnTo>
                <a:lnTo>
                  <a:pt x="395459" y="6574263"/>
                </a:lnTo>
                <a:lnTo>
                  <a:pt x="364201" y="6574263"/>
                </a:lnTo>
                <a:lnTo>
                  <a:pt x="364201" y="6552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345599" y="1658937"/>
            <a:ext cx="9208800" cy="449803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your quote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white">
          <a:xfrm>
            <a:off x="345600" y="932400"/>
            <a:ext cx="9208800" cy="486944"/>
          </a:xfrm>
        </p:spPr>
        <p:txBody>
          <a:bodyPr tIns="36000">
            <a:noAutofit/>
          </a:bodyPr>
          <a:lstStyle>
            <a:lvl1pPr marL="0" indent="0">
              <a:spcBef>
                <a:spcPts val="0"/>
              </a:spcBef>
              <a:buClr>
                <a:schemeClr val="accent6"/>
              </a:buClr>
              <a:buFont typeface="+mj-lt"/>
              <a:buNone/>
              <a:defRPr sz="1600">
                <a:solidFill>
                  <a:srgbClr val="E9EC6B"/>
                </a:solidFill>
              </a:defRPr>
            </a:lvl1pPr>
            <a:lvl2pPr marL="313259" indent="0">
              <a:buClr>
                <a:schemeClr val="accent6"/>
              </a:buClr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783147" indent="-232828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4441" indent="-251878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261502" indent="-237061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Add intro text or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25FF4114-3924-3ED7-4956-A1A00E03A8F4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31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017" userDrawn="1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picture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 hidden="1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December 14, 2021</a:t>
            </a:r>
            <a:endParaRPr lang="en-GB" dirty="0">
              <a:noFill/>
            </a:endParaRPr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ftr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>
              <a:noFill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35BBDA-1551-9423-1040-4C8939B4EF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0"/>
            <a:ext cx="1219011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345599" y="1658936"/>
            <a:ext cx="9208800" cy="449803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your quote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white">
          <a:xfrm>
            <a:off x="345600" y="932400"/>
            <a:ext cx="9208800" cy="486944"/>
          </a:xfrm>
        </p:spPr>
        <p:txBody>
          <a:bodyPr tIns="36000">
            <a:noAutofit/>
          </a:bodyPr>
          <a:lstStyle>
            <a:lvl1pPr marL="0" indent="0">
              <a:spcBef>
                <a:spcPts val="0"/>
              </a:spcBef>
              <a:buClr>
                <a:schemeClr val="accent6"/>
              </a:buClr>
              <a:buFont typeface="+mj-lt"/>
              <a:buNone/>
              <a:defRPr sz="1600">
                <a:solidFill>
                  <a:srgbClr val="E9EC6B"/>
                </a:solidFill>
              </a:defRPr>
            </a:lvl1pPr>
            <a:lvl2pPr marL="313259" indent="0">
              <a:buClr>
                <a:schemeClr val="accent6"/>
              </a:buClr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783147" indent="-232828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4441" indent="-251878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261502" indent="-237061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Add intro text or name</a:t>
            </a:r>
          </a:p>
        </p:txBody>
      </p:sp>
      <p:sp>
        <p:nvSpPr>
          <p:cNvPr id="3" name="tieto logo">
            <a:extLst>
              <a:ext uri="{FF2B5EF4-FFF2-40B4-BE49-F238E27FC236}">
                <a16:creationId xmlns:a16="http://schemas.microsoft.com/office/drawing/2014/main" id="{B24001ED-6AD0-F419-911A-10B5F604F627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bg1"/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F09F51EA-C4F6-9383-B95D-51549CB3BC6C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140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017" userDrawn="1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600" y="344488"/>
            <a:ext cx="5907600" cy="3331112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pic>
        <p:nvPicPr>
          <p:cNvPr id="3" name="Logo tieto">
            <a:extLst>
              <a:ext uri="{FF2B5EF4-FFF2-40B4-BE49-F238E27FC236}">
                <a16:creationId xmlns:a16="http://schemas.microsoft.com/office/drawing/2014/main" id="{6C50CE26-8528-290B-41AE-2215E02BE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9683004" y="5771156"/>
            <a:ext cx="2160522" cy="73800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1BDC58E-F280-326E-BED9-BEC8C0E6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59076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5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EE67BB9-7A1E-BF43-2BD3-75C5518E5A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345600" y="6354887"/>
            <a:ext cx="59076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5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14514763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939" userDrawn="1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BC1972-8065-4A53-B307-68AB4006EBA4}"/>
              </a:ext>
            </a:extLst>
          </p:cNvPr>
          <p:cNvSpPr/>
          <p:nvPr userDrawn="1"/>
        </p:nvSpPr>
        <p:spPr bwMode="white">
          <a:xfrm>
            <a:off x="7246800" y="0"/>
            <a:ext cx="495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A75BAD77-2A89-A671-AE62-E8692B52B8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46168" y="0"/>
            <a:ext cx="4948800" cy="6858000"/>
          </a:xfrm>
          <a:custGeom>
            <a:avLst/>
            <a:gdLst>
              <a:gd name="connsiteX0" fmla="*/ 3895412 w 4948800"/>
              <a:gd name="connsiteY0" fmla="*/ 5575243 h 6858000"/>
              <a:gd name="connsiteX1" fmla="*/ 4270977 w 4948800"/>
              <a:gd name="connsiteY1" fmla="*/ 5575243 h 6858000"/>
              <a:gd name="connsiteX2" fmla="*/ 4351465 w 4948800"/>
              <a:gd name="connsiteY2" fmla="*/ 5655677 h 6858000"/>
              <a:gd name="connsiteX3" fmla="*/ 4351465 w 4948800"/>
              <a:gd name="connsiteY3" fmla="*/ 6227641 h 6858000"/>
              <a:gd name="connsiteX4" fmla="*/ 4270977 w 4948800"/>
              <a:gd name="connsiteY4" fmla="*/ 6308075 h 6858000"/>
              <a:gd name="connsiteX5" fmla="*/ 3895412 w 4948800"/>
              <a:gd name="connsiteY5" fmla="*/ 6308075 h 6858000"/>
              <a:gd name="connsiteX6" fmla="*/ 3814945 w 4948800"/>
              <a:gd name="connsiteY6" fmla="*/ 6227641 h 6858000"/>
              <a:gd name="connsiteX7" fmla="*/ 3814945 w 4948800"/>
              <a:gd name="connsiteY7" fmla="*/ 5655677 h 6858000"/>
              <a:gd name="connsiteX8" fmla="*/ 3895412 w 4948800"/>
              <a:gd name="connsiteY8" fmla="*/ 5575243 h 6858000"/>
              <a:gd name="connsiteX9" fmla="*/ 1950562 w 4948800"/>
              <a:gd name="connsiteY9" fmla="*/ 5575243 h 6858000"/>
              <a:gd name="connsiteX10" fmla="*/ 2288119 w 4948800"/>
              <a:gd name="connsiteY10" fmla="*/ 5575243 h 6858000"/>
              <a:gd name="connsiteX11" fmla="*/ 2355183 w 4948800"/>
              <a:gd name="connsiteY11" fmla="*/ 5640037 h 6858000"/>
              <a:gd name="connsiteX12" fmla="*/ 2308239 w 4948800"/>
              <a:gd name="connsiteY12" fmla="*/ 5711532 h 6858000"/>
              <a:gd name="connsiteX13" fmla="*/ 1870086 w 4948800"/>
              <a:gd name="connsiteY13" fmla="*/ 5926019 h 6858000"/>
              <a:gd name="connsiteX14" fmla="*/ 1870086 w 4948800"/>
              <a:gd name="connsiteY14" fmla="*/ 5655677 h 6858000"/>
              <a:gd name="connsiteX15" fmla="*/ 1950562 w 4948800"/>
              <a:gd name="connsiteY15" fmla="*/ 5575243 h 6858000"/>
              <a:gd name="connsiteX16" fmla="*/ 1217329 w 4948800"/>
              <a:gd name="connsiteY16" fmla="*/ 5383099 h 6858000"/>
              <a:gd name="connsiteX17" fmla="*/ 1217329 w 4948800"/>
              <a:gd name="connsiteY17" fmla="*/ 6504687 h 6858000"/>
              <a:gd name="connsiteX18" fmla="*/ 1463231 w 4948800"/>
              <a:gd name="connsiteY18" fmla="*/ 6504687 h 6858000"/>
              <a:gd name="connsiteX19" fmla="*/ 1463231 w 4948800"/>
              <a:gd name="connsiteY19" fmla="*/ 5383099 h 6858000"/>
              <a:gd name="connsiteX20" fmla="*/ 3859658 w 4948800"/>
              <a:gd name="connsiteY20" fmla="*/ 5374162 h 6858000"/>
              <a:gd name="connsiteX21" fmla="*/ 3569052 w 4948800"/>
              <a:gd name="connsiteY21" fmla="*/ 5664614 h 6858000"/>
              <a:gd name="connsiteX22" fmla="*/ 3569052 w 4948800"/>
              <a:gd name="connsiteY22" fmla="*/ 6218705 h 6858000"/>
              <a:gd name="connsiteX23" fmla="*/ 3859658 w 4948800"/>
              <a:gd name="connsiteY23" fmla="*/ 6509156 h 6858000"/>
              <a:gd name="connsiteX24" fmla="*/ 4306751 w 4948800"/>
              <a:gd name="connsiteY24" fmla="*/ 6509156 h 6858000"/>
              <a:gd name="connsiteX25" fmla="*/ 4597358 w 4948800"/>
              <a:gd name="connsiteY25" fmla="*/ 6218705 h 6858000"/>
              <a:gd name="connsiteX26" fmla="*/ 4597358 w 4948800"/>
              <a:gd name="connsiteY26" fmla="*/ 5664614 h 6858000"/>
              <a:gd name="connsiteX27" fmla="*/ 4306751 w 4948800"/>
              <a:gd name="connsiteY27" fmla="*/ 5374162 h 6858000"/>
              <a:gd name="connsiteX28" fmla="*/ 1914795 w 4948800"/>
              <a:gd name="connsiteY28" fmla="*/ 5374162 h 6858000"/>
              <a:gd name="connsiteX29" fmla="*/ 1624185 w 4948800"/>
              <a:gd name="connsiteY29" fmla="*/ 5664614 h 6858000"/>
              <a:gd name="connsiteX30" fmla="*/ 1624185 w 4948800"/>
              <a:gd name="connsiteY30" fmla="*/ 6214236 h 6858000"/>
              <a:gd name="connsiteX31" fmla="*/ 1914795 w 4948800"/>
              <a:gd name="connsiteY31" fmla="*/ 6504687 h 6858000"/>
              <a:gd name="connsiteX32" fmla="*/ 2583193 w 4948800"/>
              <a:gd name="connsiteY32" fmla="*/ 6504687 h 6858000"/>
              <a:gd name="connsiteX33" fmla="*/ 2583193 w 4948800"/>
              <a:gd name="connsiteY33" fmla="*/ 6303606 h 6858000"/>
              <a:gd name="connsiteX34" fmla="*/ 1950562 w 4948800"/>
              <a:gd name="connsiteY34" fmla="*/ 6303606 h 6858000"/>
              <a:gd name="connsiteX35" fmla="*/ 1870086 w 4948800"/>
              <a:gd name="connsiteY35" fmla="*/ 6223174 h 6858000"/>
              <a:gd name="connsiteX36" fmla="*/ 1870086 w 4948800"/>
              <a:gd name="connsiteY36" fmla="*/ 6158380 h 6858000"/>
              <a:gd name="connsiteX37" fmla="*/ 2428953 w 4948800"/>
              <a:gd name="connsiteY37" fmla="*/ 5885804 h 6858000"/>
              <a:gd name="connsiteX38" fmla="*/ 2601091 w 4948800"/>
              <a:gd name="connsiteY38" fmla="*/ 5633335 h 6858000"/>
              <a:gd name="connsiteX39" fmla="*/ 2323885 w 4948800"/>
              <a:gd name="connsiteY39" fmla="*/ 5374162 h 6858000"/>
              <a:gd name="connsiteX40" fmla="*/ 2976634 w 4948800"/>
              <a:gd name="connsiteY40" fmla="*/ 5061369 h 6858000"/>
              <a:gd name="connsiteX41" fmla="*/ 2746394 w 4948800"/>
              <a:gd name="connsiteY41" fmla="*/ 5173081 h 6858000"/>
              <a:gd name="connsiteX42" fmla="*/ 2746394 w 4948800"/>
              <a:gd name="connsiteY42" fmla="*/ 6214236 h 6858000"/>
              <a:gd name="connsiteX43" fmla="*/ 3037000 w 4948800"/>
              <a:gd name="connsiteY43" fmla="*/ 6504687 h 6858000"/>
              <a:gd name="connsiteX44" fmla="*/ 3443849 w 4948800"/>
              <a:gd name="connsiteY44" fmla="*/ 6504687 h 6858000"/>
              <a:gd name="connsiteX45" fmla="*/ 3443849 w 4948800"/>
              <a:gd name="connsiteY45" fmla="*/ 6303606 h 6858000"/>
              <a:gd name="connsiteX46" fmla="*/ 3072775 w 4948800"/>
              <a:gd name="connsiteY46" fmla="*/ 6303606 h 6858000"/>
              <a:gd name="connsiteX47" fmla="*/ 2992287 w 4948800"/>
              <a:gd name="connsiteY47" fmla="*/ 6223174 h 6858000"/>
              <a:gd name="connsiteX48" fmla="*/ 2992287 w 4948800"/>
              <a:gd name="connsiteY48" fmla="*/ 5584182 h 6858000"/>
              <a:gd name="connsiteX49" fmla="*/ 3443849 w 4948800"/>
              <a:gd name="connsiteY49" fmla="*/ 5584182 h 6858000"/>
              <a:gd name="connsiteX50" fmla="*/ 3443849 w 4948800"/>
              <a:gd name="connsiteY50" fmla="*/ 5383099 h 6858000"/>
              <a:gd name="connsiteX51" fmla="*/ 2992287 w 4948800"/>
              <a:gd name="connsiteY51" fmla="*/ 5383099 h 6858000"/>
              <a:gd name="connsiteX52" fmla="*/ 2992287 w 4948800"/>
              <a:gd name="connsiteY52" fmla="*/ 5061369 h 6858000"/>
              <a:gd name="connsiteX53" fmla="*/ 1217329 w 4948800"/>
              <a:gd name="connsiteY53" fmla="*/ 5061369 h 6858000"/>
              <a:gd name="connsiteX54" fmla="*/ 1217329 w 4948800"/>
              <a:gd name="connsiteY54" fmla="*/ 5284792 h 6858000"/>
              <a:gd name="connsiteX55" fmla="*/ 1463231 w 4948800"/>
              <a:gd name="connsiteY55" fmla="*/ 5284792 h 6858000"/>
              <a:gd name="connsiteX56" fmla="*/ 1463231 w 4948800"/>
              <a:gd name="connsiteY56" fmla="*/ 5061369 h 6858000"/>
              <a:gd name="connsiteX57" fmla="*/ 589162 w 4948800"/>
              <a:gd name="connsiteY57" fmla="*/ 5061369 h 6858000"/>
              <a:gd name="connsiteX58" fmla="*/ 358909 w 4948800"/>
              <a:gd name="connsiteY58" fmla="*/ 5173081 h 6858000"/>
              <a:gd name="connsiteX59" fmla="*/ 358909 w 4948800"/>
              <a:gd name="connsiteY59" fmla="*/ 6214236 h 6858000"/>
              <a:gd name="connsiteX60" fmla="*/ 649520 w 4948800"/>
              <a:gd name="connsiteY60" fmla="*/ 6504687 h 6858000"/>
              <a:gd name="connsiteX61" fmla="*/ 1056375 w 4948800"/>
              <a:gd name="connsiteY61" fmla="*/ 6504687 h 6858000"/>
              <a:gd name="connsiteX62" fmla="*/ 1056375 w 4948800"/>
              <a:gd name="connsiteY62" fmla="*/ 6303606 h 6858000"/>
              <a:gd name="connsiteX63" fmla="*/ 685288 w 4948800"/>
              <a:gd name="connsiteY63" fmla="*/ 6303606 h 6858000"/>
              <a:gd name="connsiteX64" fmla="*/ 604810 w 4948800"/>
              <a:gd name="connsiteY64" fmla="*/ 6223174 h 6858000"/>
              <a:gd name="connsiteX65" fmla="*/ 604810 w 4948800"/>
              <a:gd name="connsiteY65" fmla="*/ 5584182 h 6858000"/>
              <a:gd name="connsiteX66" fmla="*/ 1056375 w 4948800"/>
              <a:gd name="connsiteY66" fmla="*/ 5584182 h 6858000"/>
              <a:gd name="connsiteX67" fmla="*/ 1056375 w 4948800"/>
              <a:gd name="connsiteY67" fmla="*/ 5383099 h 6858000"/>
              <a:gd name="connsiteX68" fmla="*/ 604810 w 4948800"/>
              <a:gd name="connsiteY68" fmla="*/ 5383099 h 6858000"/>
              <a:gd name="connsiteX69" fmla="*/ 604810 w 4948800"/>
              <a:gd name="connsiteY69" fmla="*/ 5061369 h 6858000"/>
              <a:gd name="connsiteX70" fmla="*/ 0 w 4948800"/>
              <a:gd name="connsiteY70" fmla="*/ 0 h 6858000"/>
              <a:gd name="connsiteX71" fmla="*/ 4948800 w 4948800"/>
              <a:gd name="connsiteY71" fmla="*/ 0 h 6858000"/>
              <a:gd name="connsiteX72" fmla="*/ 4948800 w 4948800"/>
              <a:gd name="connsiteY72" fmla="*/ 6858000 h 6858000"/>
              <a:gd name="connsiteX73" fmla="*/ 0 w 4948800"/>
              <a:gd name="connsiteY7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48800" h="6858000">
                <a:moveTo>
                  <a:pt x="3895412" y="5575243"/>
                </a:moveTo>
                <a:lnTo>
                  <a:pt x="4270977" y="5575243"/>
                </a:lnTo>
                <a:cubicBezTo>
                  <a:pt x="4320159" y="5575243"/>
                  <a:pt x="4351465" y="5606524"/>
                  <a:pt x="4351465" y="5655677"/>
                </a:cubicBezTo>
                <a:lnTo>
                  <a:pt x="4351465" y="6227641"/>
                </a:lnTo>
                <a:cubicBezTo>
                  <a:pt x="4351465" y="6276795"/>
                  <a:pt x="4320159" y="6308075"/>
                  <a:pt x="4270977" y="6308075"/>
                </a:cubicBezTo>
                <a:lnTo>
                  <a:pt x="3895412" y="6308075"/>
                </a:lnTo>
                <a:cubicBezTo>
                  <a:pt x="3846250" y="6308075"/>
                  <a:pt x="3814945" y="6276795"/>
                  <a:pt x="3814945" y="6227641"/>
                </a:cubicBezTo>
                <a:lnTo>
                  <a:pt x="3814945" y="5655677"/>
                </a:lnTo>
                <a:cubicBezTo>
                  <a:pt x="3814945" y="5606524"/>
                  <a:pt x="3846250" y="5575243"/>
                  <a:pt x="3895412" y="5575243"/>
                </a:cubicBezTo>
                <a:close/>
                <a:moveTo>
                  <a:pt x="1950562" y="5575243"/>
                </a:moveTo>
                <a:lnTo>
                  <a:pt x="2288119" y="5575243"/>
                </a:lnTo>
                <a:cubicBezTo>
                  <a:pt x="2332828" y="5575243"/>
                  <a:pt x="2355183" y="5602055"/>
                  <a:pt x="2355183" y="5640037"/>
                </a:cubicBezTo>
                <a:cubicBezTo>
                  <a:pt x="2355183" y="5680254"/>
                  <a:pt x="2337300" y="5695892"/>
                  <a:pt x="2308239" y="5711532"/>
                </a:cubicBezTo>
                <a:lnTo>
                  <a:pt x="1870086" y="5926019"/>
                </a:lnTo>
                <a:lnTo>
                  <a:pt x="1870086" y="5655677"/>
                </a:lnTo>
                <a:cubicBezTo>
                  <a:pt x="1870086" y="5606524"/>
                  <a:pt x="1901384" y="5575243"/>
                  <a:pt x="1950562" y="5575243"/>
                </a:cubicBezTo>
                <a:close/>
                <a:moveTo>
                  <a:pt x="1217329" y="5383099"/>
                </a:moveTo>
                <a:lnTo>
                  <a:pt x="1217329" y="6504687"/>
                </a:lnTo>
                <a:lnTo>
                  <a:pt x="1463231" y="6504687"/>
                </a:lnTo>
                <a:lnTo>
                  <a:pt x="1463231" y="5383099"/>
                </a:lnTo>
                <a:close/>
                <a:moveTo>
                  <a:pt x="3859658" y="5374162"/>
                </a:moveTo>
                <a:cubicBezTo>
                  <a:pt x="3694233" y="5374162"/>
                  <a:pt x="3569052" y="5499281"/>
                  <a:pt x="3569052" y="5664614"/>
                </a:cubicBezTo>
                <a:lnTo>
                  <a:pt x="3569052" y="6218705"/>
                </a:lnTo>
                <a:cubicBezTo>
                  <a:pt x="3569052" y="6384038"/>
                  <a:pt x="3694233" y="6509156"/>
                  <a:pt x="3859658" y="6509156"/>
                </a:cubicBezTo>
                <a:lnTo>
                  <a:pt x="4306751" y="6509156"/>
                </a:lnTo>
                <a:cubicBezTo>
                  <a:pt x="4472177" y="6509156"/>
                  <a:pt x="4597358" y="6384038"/>
                  <a:pt x="4597358" y="6218705"/>
                </a:cubicBezTo>
                <a:lnTo>
                  <a:pt x="4597358" y="5664614"/>
                </a:lnTo>
                <a:cubicBezTo>
                  <a:pt x="4597358" y="5499281"/>
                  <a:pt x="4472177" y="5374162"/>
                  <a:pt x="4306751" y="5374162"/>
                </a:cubicBezTo>
                <a:close/>
                <a:moveTo>
                  <a:pt x="1914795" y="5374162"/>
                </a:moveTo>
                <a:cubicBezTo>
                  <a:pt x="1749370" y="5374162"/>
                  <a:pt x="1624185" y="5499281"/>
                  <a:pt x="1624185" y="5664614"/>
                </a:cubicBezTo>
                <a:lnTo>
                  <a:pt x="1624185" y="6214236"/>
                </a:lnTo>
                <a:cubicBezTo>
                  <a:pt x="1624185" y="6379571"/>
                  <a:pt x="1749370" y="6504687"/>
                  <a:pt x="1914795" y="6504687"/>
                </a:cubicBezTo>
                <a:lnTo>
                  <a:pt x="2583193" y="6504687"/>
                </a:lnTo>
                <a:lnTo>
                  <a:pt x="2583193" y="6303606"/>
                </a:lnTo>
                <a:lnTo>
                  <a:pt x="1950562" y="6303606"/>
                </a:lnTo>
                <a:cubicBezTo>
                  <a:pt x="1901384" y="6303606"/>
                  <a:pt x="1870086" y="6272328"/>
                  <a:pt x="1870086" y="6223174"/>
                </a:cubicBezTo>
                <a:lnTo>
                  <a:pt x="1870086" y="6158380"/>
                </a:lnTo>
                <a:lnTo>
                  <a:pt x="2428953" y="5885804"/>
                </a:lnTo>
                <a:cubicBezTo>
                  <a:pt x="2558601" y="5823245"/>
                  <a:pt x="2601091" y="5751749"/>
                  <a:pt x="2601091" y="5633335"/>
                </a:cubicBezTo>
                <a:cubicBezTo>
                  <a:pt x="2601091" y="5494811"/>
                  <a:pt x="2500480" y="5374162"/>
                  <a:pt x="2323885" y="5374162"/>
                </a:cubicBezTo>
                <a:close/>
                <a:moveTo>
                  <a:pt x="2976634" y="5061369"/>
                </a:moveTo>
                <a:lnTo>
                  <a:pt x="2746394" y="5173081"/>
                </a:lnTo>
                <a:lnTo>
                  <a:pt x="2746394" y="6214236"/>
                </a:lnTo>
                <a:cubicBezTo>
                  <a:pt x="2746394" y="6384038"/>
                  <a:pt x="2867106" y="6504687"/>
                  <a:pt x="3037000" y="6504687"/>
                </a:cubicBezTo>
                <a:lnTo>
                  <a:pt x="3443849" y="6504687"/>
                </a:lnTo>
                <a:lnTo>
                  <a:pt x="3443849" y="6303606"/>
                </a:lnTo>
                <a:lnTo>
                  <a:pt x="3072775" y="6303606"/>
                </a:lnTo>
                <a:cubicBezTo>
                  <a:pt x="3023593" y="6303606"/>
                  <a:pt x="2992287" y="6272328"/>
                  <a:pt x="2992287" y="6223174"/>
                </a:cubicBezTo>
                <a:lnTo>
                  <a:pt x="2992287" y="5584182"/>
                </a:lnTo>
                <a:lnTo>
                  <a:pt x="3443849" y="5584182"/>
                </a:lnTo>
                <a:lnTo>
                  <a:pt x="3443849" y="5383099"/>
                </a:lnTo>
                <a:lnTo>
                  <a:pt x="2992287" y="5383099"/>
                </a:lnTo>
                <a:lnTo>
                  <a:pt x="2992287" y="5061369"/>
                </a:lnTo>
                <a:close/>
                <a:moveTo>
                  <a:pt x="1217329" y="5061369"/>
                </a:moveTo>
                <a:lnTo>
                  <a:pt x="1217329" y="5284792"/>
                </a:lnTo>
                <a:lnTo>
                  <a:pt x="1463231" y="5284792"/>
                </a:lnTo>
                <a:lnTo>
                  <a:pt x="1463231" y="5061369"/>
                </a:lnTo>
                <a:close/>
                <a:moveTo>
                  <a:pt x="589162" y="5061369"/>
                </a:moveTo>
                <a:lnTo>
                  <a:pt x="358909" y="5173081"/>
                </a:lnTo>
                <a:lnTo>
                  <a:pt x="358909" y="6214236"/>
                </a:lnTo>
                <a:cubicBezTo>
                  <a:pt x="358909" y="6384038"/>
                  <a:pt x="479624" y="6504687"/>
                  <a:pt x="649520" y="6504687"/>
                </a:cubicBezTo>
                <a:lnTo>
                  <a:pt x="1056375" y="6504687"/>
                </a:lnTo>
                <a:lnTo>
                  <a:pt x="1056375" y="6303606"/>
                </a:lnTo>
                <a:lnTo>
                  <a:pt x="685288" y="6303606"/>
                </a:lnTo>
                <a:cubicBezTo>
                  <a:pt x="636108" y="6303606"/>
                  <a:pt x="604810" y="6272328"/>
                  <a:pt x="604810" y="6223174"/>
                </a:cubicBezTo>
                <a:lnTo>
                  <a:pt x="604810" y="5584182"/>
                </a:lnTo>
                <a:lnTo>
                  <a:pt x="1056375" y="5584182"/>
                </a:lnTo>
                <a:lnTo>
                  <a:pt x="1056375" y="5383099"/>
                </a:lnTo>
                <a:lnTo>
                  <a:pt x="604810" y="5383099"/>
                </a:lnTo>
                <a:lnTo>
                  <a:pt x="604810" y="5061369"/>
                </a:lnTo>
                <a:close/>
                <a:moveTo>
                  <a:pt x="0" y="0"/>
                </a:moveTo>
                <a:lnTo>
                  <a:pt x="4948800" y="0"/>
                </a:lnTo>
                <a:lnTo>
                  <a:pt x="4948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600" y="344488"/>
            <a:ext cx="5907600" cy="3331112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580ADCF-6823-0923-63AB-AA9BE766C9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59076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5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402F44-DA92-0809-8AA8-6CE2F2C8B6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345600" y="6354887"/>
            <a:ext cx="59076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5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7803604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939" userDrawn="1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629A0C0-C4FA-4BD5-B2B6-6748A116A518}"/>
              </a:ext>
            </a:extLst>
          </p:cNvPr>
          <p:cNvSpPr/>
          <p:nvPr userDrawn="1"/>
        </p:nvSpPr>
        <p:spPr bwMode="white">
          <a:xfrm>
            <a:off x="7246168" y="0"/>
            <a:ext cx="4948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8776322B-C2E0-4A4A-2EC4-97AD5DDD43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46168" y="0"/>
            <a:ext cx="4948800" cy="6858000"/>
          </a:xfrm>
          <a:custGeom>
            <a:avLst/>
            <a:gdLst>
              <a:gd name="connsiteX0" fmla="*/ 3895412 w 4948800"/>
              <a:gd name="connsiteY0" fmla="*/ 5575243 h 6858000"/>
              <a:gd name="connsiteX1" fmla="*/ 4270977 w 4948800"/>
              <a:gd name="connsiteY1" fmla="*/ 5575243 h 6858000"/>
              <a:gd name="connsiteX2" fmla="*/ 4351465 w 4948800"/>
              <a:gd name="connsiteY2" fmla="*/ 5655677 h 6858000"/>
              <a:gd name="connsiteX3" fmla="*/ 4351465 w 4948800"/>
              <a:gd name="connsiteY3" fmla="*/ 6227641 h 6858000"/>
              <a:gd name="connsiteX4" fmla="*/ 4270977 w 4948800"/>
              <a:gd name="connsiteY4" fmla="*/ 6308075 h 6858000"/>
              <a:gd name="connsiteX5" fmla="*/ 3895412 w 4948800"/>
              <a:gd name="connsiteY5" fmla="*/ 6308075 h 6858000"/>
              <a:gd name="connsiteX6" fmla="*/ 3814945 w 4948800"/>
              <a:gd name="connsiteY6" fmla="*/ 6227641 h 6858000"/>
              <a:gd name="connsiteX7" fmla="*/ 3814945 w 4948800"/>
              <a:gd name="connsiteY7" fmla="*/ 5655677 h 6858000"/>
              <a:gd name="connsiteX8" fmla="*/ 3895412 w 4948800"/>
              <a:gd name="connsiteY8" fmla="*/ 5575243 h 6858000"/>
              <a:gd name="connsiteX9" fmla="*/ 1950562 w 4948800"/>
              <a:gd name="connsiteY9" fmla="*/ 5575243 h 6858000"/>
              <a:gd name="connsiteX10" fmla="*/ 2288119 w 4948800"/>
              <a:gd name="connsiteY10" fmla="*/ 5575243 h 6858000"/>
              <a:gd name="connsiteX11" fmla="*/ 2355183 w 4948800"/>
              <a:gd name="connsiteY11" fmla="*/ 5640037 h 6858000"/>
              <a:gd name="connsiteX12" fmla="*/ 2308239 w 4948800"/>
              <a:gd name="connsiteY12" fmla="*/ 5711532 h 6858000"/>
              <a:gd name="connsiteX13" fmla="*/ 1870086 w 4948800"/>
              <a:gd name="connsiteY13" fmla="*/ 5926019 h 6858000"/>
              <a:gd name="connsiteX14" fmla="*/ 1870086 w 4948800"/>
              <a:gd name="connsiteY14" fmla="*/ 5655677 h 6858000"/>
              <a:gd name="connsiteX15" fmla="*/ 1950562 w 4948800"/>
              <a:gd name="connsiteY15" fmla="*/ 5575243 h 6858000"/>
              <a:gd name="connsiteX16" fmla="*/ 1217329 w 4948800"/>
              <a:gd name="connsiteY16" fmla="*/ 5383099 h 6858000"/>
              <a:gd name="connsiteX17" fmla="*/ 1217329 w 4948800"/>
              <a:gd name="connsiteY17" fmla="*/ 6504687 h 6858000"/>
              <a:gd name="connsiteX18" fmla="*/ 1463231 w 4948800"/>
              <a:gd name="connsiteY18" fmla="*/ 6504687 h 6858000"/>
              <a:gd name="connsiteX19" fmla="*/ 1463231 w 4948800"/>
              <a:gd name="connsiteY19" fmla="*/ 5383099 h 6858000"/>
              <a:gd name="connsiteX20" fmla="*/ 3859658 w 4948800"/>
              <a:gd name="connsiteY20" fmla="*/ 5374162 h 6858000"/>
              <a:gd name="connsiteX21" fmla="*/ 3569052 w 4948800"/>
              <a:gd name="connsiteY21" fmla="*/ 5664614 h 6858000"/>
              <a:gd name="connsiteX22" fmla="*/ 3569052 w 4948800"/>
              <a:gd name="connsiteY22" fmla="*/ 6218705 h 6858000"/>
              <a:gd name="connsiteX23" fmla="*/ 3859658 w 4948800"/>
              <a:gd name="connsiteY23" fmla="*/ 6509156 h 6858000"/>
              <a:gd name="connsiteX24" fmla="*/ 4306751 w 4948800"/>
              <a:gd name="connsiteY24" fmla="*/ 6509156 h 6858000"/>
              <a:gd name="connsiteX25" fmla="*/ 4597358 w 4948800"/>
              <a:gd name="connsiteY25" fmla="*/ 6218705 h 6858000"/>
              <a:gd name="connsiteX26" fmla="*/ 4597358 w 4948800"/>
              <a:gd name="connsiteY26" fmla="*/ 5664614 h 6858000"/>
              <a:gd name="connsiteX27" fmla="*/ 4306751 w 4948800"/>
              <a:gd name="connsiteY27" fmla="*/ 5374162 h 6858000"/>
              <a:gd name="connsiteX28" fmla="*/ 1914795 w 4948800"/>
              <a:gd name="connsiteY28" fmla="*/ 5374162 h 6858000"/>
              <a:gd name="connsiteX29" fmla="*/ 1624185 w 4948800"/>
              <a:gd name="connsiteY29" fmla="*/ 5664614 h 6858000"/>
              <a:gd name="connsiteX30" fmla="*/ 1624185 w 4948800"/>
              <a:gd name="connsiteY30" fmla="*/ 6214236 h 6858000"/>
              <a:gd name="connsiteX31" fmla="*/ 1914795 w 4948800"/>
              <a:gd name="connsiteY31" fmla="*/ 6504687 h 6858000"/>
              <a:gd name="connsiteX32" fmla="*/ 2583193 w 4948800"/>
              <a:gd name="connsiteY32" fmla="*/ 6504687 h 6858000"/>
              <a:gd name="connsiteX33" fmla="*/ 2583193 w 4948800"/>
              <a:gd name="connsiteY33" fmla="*/ 6303606 h 6858000"/>
              <a:gd name="connsiteX34" fmla="*/ 1950562 w 4948800"/>
              <a:gd name="connsiteY34" fmla="*/ 6303606 h 6858000"/>
              <a:gd name="connsiteX35" fmla="*/ 1870086 w 4948800"/>
              <a:gd name="connsiteY35" fmla="*/ 6223174 h 6858000"/>
              <a:gd name="connsiteX36" fmla="*/ 1870086 w 4948800"/>
              <a:gd name="connsiteY36" fmla="*/ 6158380 h 6858000"/>
              <a:gd name="connsiteX37" fmla="*/ 2428953 w 4948800"/>
              <a:gd name="connsiteY37" fmla="*/ 5885804 h 6858000"/>
              <a:gd name="connsiteX38" fmla="*/ 2601091 w 4948800"/>
              <a:gd name="connsiteY38" fmla="*/ 5633335 h 6858000"/>
              <a:gd name="connsiteX39" fmla="*/ 2323885 w 4948800"/>
              <a:gd name="connsiteY39" fmla="*/ 5374162 h 6858000"/>
              <a:gd name="connsiteX40" fmla="*/ 2976634 w 4948800"/>
              <a:gd name="connsiteY40" fmla="*/ 5061369 h 6858000"/>
              <a:gd name="connsiteX41" fmla="*/ 2746394 w 4948800"/>
              <a:gd name="connsiteY41" fmla="*/ 5173081 h 6858000"/>
              <a:gd name="connsiteX42" fmla="*/ 2746394 w 4948800"/>
              <a:gd name="connsiteY42" fmla="*/ 6214236 h 6858000"/>
              <a:gd name="connsiteX43" fmla="*/ 3037000 w 4948800"/>
              <a:gd name="connsiteY43" fmla="*/ 6504687 h 6858000"/>
              <a:gd name="connsiteX44" fmla="*/ 3443849 w 4948800"/>
              <a:gd name="connsiteY44" fmla="*/ 6504687 h 6858000"/>
              <a:gd name="connsiteX45" fmla="*/ 3443849 w 4948800"/>
              <a:gd name="connsiteY45" fmla="*/ 6303606 h 6858000"/>
              <a:gd name="connsiteX46" fmla="*/ 3072775 w 4948800"/>
              <a:gd name="connsiteY46" fmla="*/ 6303606 h 6858000"/>
              <a:gd name="connsiteX47" fmla="*/ 2992287 w 4948800"/>
              <a:gd name="connsiteY47" fmla="*/ 6223174 h 6858000"/>
              <a:gd name="connsiteX48" fmla="*/ 2992287 w 4948800"/>
              <a:gd name="connsiteY48" fmla="*/ 5584182 h 6858000"/>
              <a:gd name="connsiteX49" fmla="*/ 3443849 w 4948800"/>
              <a:gd name="connsiteY49" fmla="*/ 5584182 h 6858000"/>
              <a:gd name="connsiteX50" fmla="*/ 3443849 w 4948800"/>
              <a:gd name="connsiteY50" fmla="*/ 5383099 h 6858000"/>
              <a:gd name="connsiteX51" fmla="*/ 2992287 w 4948800"/>
              <a:gd name="connsiteY51" fmla="*/ 5383099 h 6858000"/>
              <a:gd name="connsiteX52" fmla="*/ 2992287 w 4948800"/>
              <a:gd name="connsiteY52" fmla="*/ 5061369 h 6858000"/>
              <a:gd name="connsiteX53" fmla="*/ 1217329 w 4948800"/>
              <a:gd name="connsiteY53" fmla="*/ 5061369 h 6858000"/>
              <a:gd name="connsiteX54" fmla="*/ 1217329 w 4948800"/>
              <a:gd name="connsiteY54" fmla="*/ 5284792 h 6858000"/>
              <a:gd name="connsiteX55" fmla="*/ 1463231 w 4948800"/>
              <a:gd name="connsiteY55" fmla="*/ 5284792 h 6858000"/>
              <a:gd name="connsiteX56" fmla="*/ 1463231 w 4948800"/>
              <a:gd name="connsiteY56" fmla="*/ 5061369 h 6858000"/>
              <a:gd name="connsiteX57" fmla="*/ 589162 w 4948800"/>
              <a:gd name="connsiteY57" fmla="*/ 5061369 h 6858000"/>
              <a:gd name="connsiteX58" fmla="*/ 358909 w 4948800"/>
              <a:gd name="connsiteY58" fmla="*/ 5173081 h 6858000"/>
              <a:gd name="connsiteX59" fmla="*/ 358909 w 4948800"/>
              <a:gd name="connsiteY59" fmla="*/ 6214236 h 6858000"/>
              <a:gd name="connsiteX60" fmla="*/ 649520 w 4948800"/>
              <a:gd name="connsiteY60" fmla="*/ 6504687 h 6858000"/>
              <a:gd name="connsiteX61" fmla="*/ 1056375 w 4948800"/>
              <a:gd name="connsiteY61" fmla="*/ 6504687 h 6858000"/>
              <a:gd name="connsiteX62" fmla="*/ 1056375 w 4948800"/>
              <a:gd name="connsiteY62" fmla="*/ 6303606 h 6858000"/>
              <a:gd name="connsiteX63" fmla="*/ 685288 w 4948800"/>
              <a:gd name="connsiteY63" fmla="*/ 6303606 h 6858000"/>
              <a:gd name="connsiteX64" fmla="*/ 604810 w 4948800"/>
              <a:gd name="connsiteY64" fmla="*/ 6223174 h 6858000"/>
              <a:gd name="connsiteX65" fmla="*/ 604810 w 4948800"/>
              <a:gd name="connsiteY65" fmla="*/ 5584182 h 6858000"/>
              <a:gd name="connsiteX66" fmla="*/ 1056375 w 4948800"/>
              <a:gd name="connsiteY66" fmla="*/ 5584182 h 6858000"/>
              <a:gd name="connsiteX67" fmla="*/ 1056375 w 4948800"/>
              <a:gd name="connsiteY67" fmla="*/ 5383099 h 6858000"/>
              <a:gd name="connsiteX68" fmla="*/ 604810 w 4948800"/>
              <a:gd name="connsiteY68" fmla="*/ 5383099 h 6858000"/>
              <a:gd name="connsiteX69" fmla="*/ 604810 w 4948800"/>
              <a:gd name="connsiteY69" fmla="*/ 5061369 h 6858000"/>
              <a:gd name="connsiteX70" fmla="*/ 0 w 4948800"/>
              <a:gd name="connsiteY70" fmla="*/ 0 h 6858000"/>
              <a:gd name="connsiteX71" fmla="*/ 4948800 w 4948800"/>
              <a:gd name="connsiteY71" fmla="*/ 0 h 6858000"/>
              <a:gd name="connsiteX72" fmla="*/ 4948800 w 4948800"/>
              <a:gd name="connsiteY72" fmla="*/ 6858000 h 6858000"/>
              <a:gd name="connsiteX73" fmla="*/ 0 w 4948800"/>
              <a:gd name="connsiteY7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48800" h="6858000">
                <a:moveTo>
                  <a:pt x="3895412" y="5575243"/>
                </a:moveTo>
                <a:lnTo>
                  <a:pt x="4270977" y="5575243"/>
                </a:lnTo>
                <a:cubicBezTo>
                  <a:pt x="4320159" y="5575243"/>
                  <a:pt x="4351465" y="5606524"/>
                  <a:pt x="4351465" y="5655677"/>
                </a:cubicBezTo>
                <a:lnTo>
                  <a:pt x="4351465" y="6227641"/>
                </a:lnTo>
                <a:cubicBezTo>
                  <a:pt x="4351465" y="6276795"/>
                  <a:pt x="4320159" y="6308075"/>
                  <a:pt x="4270977" y="6308075"/>
                </a:cubicBezTo>
                <a:lnTo>
                  <a:pt x="3895412" y="6308075"/>
                </a:lnTo>
                <a:cubicBezTo>
                  <a:pt x="3846250" y="6308075"/>
                  <a:pt x="3814945" y="6276795"/>
                  <a:pt x="3814945" y="6227641"/>
                </a:cubicBezTo>
                <a:lnTo>
                  <a:pt x="3814945" y="5655677"/>
                </a:lnTo>
                <a:cubicBezTo>
                  <a:pt x="3814945" y="5606524"/>
                  <a:pt x="3846250" y="5575243"/>
                  <a:pt x="3895412" y="5575243"/>
                </a:cubicBezTo>
                <a:close/>
                <a:moveTo>
                  <a:pt x="1950562" y="5575243"/>
                </a:moveTo>
                <a:lnTo>
                  <a:pt x="2288119" y="5575243"/>
                </a:lnTo>
                <a:cubicBezTo>
                  <a:pt x="2332828" y="5575243"/>
                  <a:pt x="2355183" y="5602055"/>
                  <a:pt x="2355183" y="5640037"/>
                </a:cubicBezTo>
                <a:cubicBezTo>
                  <a:pt x="2355183" y="5680254"/>
                  <a:pt x="2337300" y="5695892"/>
                  <a:pt x="2308239" y="5711532"/>
                </a:cubicBezTo>
                <a:lnTo>
                  <a:pt x="1870086" y="5926019"/>
                </a:lnTo>
                <a:lnTo>
                  <a:pt x="1870086" y="5655677"/>
                </a:lnTo>
                <a:cubicBezTo>
                  <a:pt x="1870086" y="5606524"/>
                  <a:pt x="1901384" y="5575243"/>
                  <a:pt x="1950562" y="5575243"/>
                </a:cubicBezTo>
                <a:close/>
                <a:moveTo>
                  <a:pt x="1217329" y="5383099"/>
                </a:moveTo>
                <a:lnTo>
                  <a:pt x="1217329" y="6504687"/>
                </a:lnTo>
                <a:lnTo>
                  <a:pt x="1463231" y="6504687"/>
                </a:lnTo>
                <a:lnTo>
                  <a:pt x="1463231" y="5383099"/>
                </a:lnTo>
                <a:close/>
                <a:moveTo>
                  <a:pt x="3859658" y="5374162"/>
                </a:moveTo>
                <a:cubicBezTo>
                  <a:pt x="3694233" y="5374162"/>
                  <a:pt x="3569052" y="5499281"/>
                  <a:pt x="3569052" y="5664614"/>
                </a:cubicBezTo>
                <a:lnTo>
                  <a:pt x="3569052" y="6218705"/>
                </a:lnTo>
                <a:cubicBezTo>
                  <a:pt x="3569052" y="6384038"/>
                  <a:pt x="3694233" y="6509156"/>
                  <a:pt x="3859658" y="6509156"/>
                </a:cubicBezTo>
                <a:lnTo>
                  <a:pt x="4306751" y="6509156"/>
                </a:lnTo>
                <a:cubicBezTo>
                  <a:pt x="4472177" y="6509156"/>
                  <a:pt x="4597358" y="6384038"/>
                  <a:pt x="4597358" y="6218705"/>
                </a:cubicBezTo>
                <a:lnTo>
                  <a:pt x="4597358" y="5664614"/>
                </a:lnTo>
                <a:cubicBezTo>
                  <a:pt x="4597358" y="5499281"/>
                  <a:pt x="4472177" y="5374162"/>
                  <a:pt x="4306751" y="5374162"/>
                </a:cubicBezTo>
                <a:close/>
                <a:moveTo>
                  <a:pt x="1914795" y="5374162"/>
                </a:moveTo>
                <a:cubicBezTo>
                  <a:pt x="1749370" y="5374162"/>
                  <a:pt x="1624185" y="5499281"/>
                  <a:pt x="1624185" y="5664614"/>
                </a:cubicBezTo>
                <a:lnTo>
                  <a:pt x="1624185" y="6214236"/>
                </a:lnTo>
                <a:cubicBezTo>
                  <a:pt x="1624185" y="6379571"/>
                  <a:pt x="1749370" y="6504687"/>
                  <a:pt x="1914795" y="6504687"/>
                </a:cubicBezTo>
                <a:lnTo>
                  <a:pt x="2583193" y="6504687"/>
                </a:lnTo>
                <a:lnTo>
                  <a:pt x="2583193" y="6303606"/>
                </a:lnTo>
                <a:lnTo>
                  <a:pt x="1950562" y="6303606"/>
                </a:lnTo>
                <a:cubicBezTo>
                  <a:pt x="1901384" y="6303606"/>
                  <a:pt x="1870086" y="6272328"/>
                  <a:pt x="1870086" y="6223174"/>
                </a:cubicBezTo>
                <a:lnTo>
                  <a:pt x="1870086" y="6158380"/>
                </a:lnTo>
                <a:lnTo>
                  <a:pt x="2428953" y="5885804"/>
                </a:lnTo>
                <a:cubicBezTo>
                  <a:pt x="2558601" y="5823245"/>
                  <a:pt x="2601091" y="5751749"/>
                  <a:pt x="2601091" y="5633335"/>
                </a:cubicBezTo>
                <a:cubicBezTo>
                  <a:pt x="2601091" y="5494811"/>
                  <a:pt x="2500480" y="5374162"/>
                  <a:pt x="2323885" y="5374162"/>
                </a:cubicBezTo>
                <a:close/>
                <a:moveTo>
                  <a:pt x="2976634" y="5061369"/>
                </a:moveTo>
                <a:lnTo>
                  <a:pt x="2746394" y="5173081"/>
                </a:lnTo>
                <a:lnTo>
                  <a:pt x="2746394" y="6214236"/>
                </a:lnTo>
                <a:cubicBezTo>
                  <a:pt x="2746394" y="6384038"/>
                  <a:pt x="2867106" y="6504687"/>
                  <a:pt x="3037000" y="6504687"/>
                </a:cubicBezTo>
                <a:lnTo>
                  <a:pt x="3443849" y="6504687"/>
                </a:lnTo>
                <a:lnTo>
                  <a:pt x="3443849" y="6303606"/>
                </a:lnTo>
                <a:lnTo>
                  <a:pt x="3072775" y="6303606"/>
                </a:lnTo>
                <a:cubicBezTo>
                  <a:pt x="3023593" y="6303606"/>
                  <a:pt x="2992287" y="6272328"/>
                  <a:pt x="2992287" y="6223174"/>
                </a:cubicBezTo>
                <a:lnTo>
                  <a:pt x="2992287" y="5584182"/>
                </a:lnTo>
                <a:lnTo>
                  <a:pt x="3443849" y="5584182"/>
                </a:lnTo>
                <a:lnTo>
                  <a:pt x="3443849" y="5383099"/>
                </a:lnTo>
                <a:lnTo>
                  <a:pt x="2992287" y="5383099"/>
                </a:lnTo>
                <a:lnTo>
                  <a:pt x="2992287" y="5061369"/>
                </a:lnTo>
                <a:close/>
                <a:moveTo>
                  <a:pt x="1217329" y="5061369"/>
                </a:moveTo>
                <a:lnTo>
                  <a:pt x="1217329" y="5284792"/>
                </a:lnTo>
                <a:lnTo>
                  <a:pt x="1463231" y="5284792"/>
                </a:lnTo>
                <a:lnTo>
                  <a:pt x="1463231" y="5061369"/>
                </a:lnTo>
                <a:close/>
                <a:moveTo>
                  <a:pt x="589162" y="5061369"/>
                </a:moveTo>
                <a:lnTo>
                  <a:pt x="358909" y="5173081"/>
                </a:lnTo>
                <a:lnTo>
                  <a:pt x="358909" y="6214236"/>
                </a:lnTo>
                <a:cubicBezTo>
                  <a:pt x="358909" y="6384038"/>
                  <a:pt x="479624" y="6504687"/>
                  <a:pt x="649520" y="6504687"/>
                </a:cubicBezTo>
                <a:lnTo>
                  <a:pt x="1056375" y="6504687"/>
                </a:lnTo>
                <a:lnTo>
                  <a:pt x="1056375" y="6303606"/>
                </a:lnTo>
                <a:lnTo>
                  <a:pt x="685288" y="6303606"/>
                </a:lnTo>
                <a:cubicBezTo>
                  <a:pt x="636108" y="6303606"/>
                  <a:pt x="604810" y="6272328"/>
                  <a:pt x="604810" y="6223174"/>
                </a:cubicBezTo>
                <a:lnTo>
                  <a:pt x="604810" y="5584182"/>
                </a:lnTo>
                <a:lnTo>
                  <a:pt x="1056375" y="5584182"/>
                </a:lnTo>
                <a:lnTo>
                  <a:pt x="1056375" y="5383099"/>
                </a:lnTo>
                <a:lnTo>
                  <a:pt x="604810" y="5383099"/>
                </a:lnTo>
                <a:lnTo>
                  <a:pt x="604810" y="5061369"/>
                </a:lnTo>
                <a:close/>
                <a:moveTo>
                  <a:pt x="0" y="0"/>
                </a:moveTo>
                <a:lnTo>
                  <a:pt x="4948800" y="0"/>
                </a:lnTo>
                <a:lnTo>
                  <a:pt x="4948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600" y="344488"/>
            <a:ext cx="5907600" cy="3331112"/>
          </a:xfrm>
        </p:spPr>
        <p:txBody>
          <a:bodyPr anchor="b"/>
          <a:lstStyle>
            <a:lvl1pPr algn="l">
              <a:defRPr sz="6000" b="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32567-BA3B-4FFF-2B63-8F97BA3359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5600" y="6000750"/>
            <a:ext cx="5907600" cy="282083"/>
          </a:xfrm>
          <a:effectLst/>
        </p:spPr>
        <p:txBody>
          <a:bodyPr vert="horz" wrap="square" anchor="b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presenter's name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D58F161-A4E0-97C9-B8BB-5F5DDDBBD0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345600" y="6354887"/>
            <a:ext cx="5907600" cy="233348"/>
          </a:xfrm>
          <a:effectLst/>
        </p:spPr>
        <p:txBody>
          <a:bodyPr vert="horz" wrap="square" anchor="t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u="none" strike="noStrike">
                <a:solidFill>
                  <a:schemeClr val="accent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400" b="0" i="0" u="none" strike="noStrike">
                <a:solidFill>
                  <a:schemeClr val="tx1"/>
                </a:solidFill>
                <a:latin typeface="+mn-lt"/>
              </a:defRPr>
            </a:lvl5pPr>
            <a:lvl6pPr>
              <a:defRPr sz="1400">
                <a:solidFill>
                  <a:schemeClr val="tx1"/>
                </a:solidFill>
              </a:defRPr>
            </a:lvl6pPr>
            <a:lvl7pPr>
              <a:defRPr sz="1400">
                <a:solidFill>
                  <a:schemeClr val="tx1"/>
                </a:solidFill>
              </a:defRPr>
            </a:lvl7pPr>
            <a:lvl8pPr>
              <a:defRPr sz="1400">
                <a:solidFill>
                  <a:schemeClr val="tx1"/>
                </a:solidFill>
              </a:defRPr>
            </a:lvl8pPr>
            <a:lvl9pPr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87315500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939" userDrawn="1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62643" y="1493850"/>
            <a:ext cx="2772000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NUMBER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activate check box next to Slide number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using the Templafy pane. Choose 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buttons in the Templafy pane on the 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344488" y="351373"/>
            <a:ext cx="11499850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71230" y="2116483"/>
            <a:ext cx="378293" cy="543367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2637" y="1493851"/>
            <a:ext cx="2772000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to jump though bullet-point levels.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GB" sz="900" noProof="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GB" sz="900" noProof="0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GB" sz="900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6505" y="4859225"/>
            <a:ext cx="475428" cy="176763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6505" y="4004908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79202" y="5758525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76505" y="2499650"/>
            <a:ext cx="457143" cy="257143"/>
          </a:xfrm>
          <a:prstGeom prst="rect">
            <a:avLst/>
          </a:prstGeom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76504" y="3209517"/>
            <a:ext cx="257143" cy="285715"/>
          </a:xfrm>
          <a:prstGeom prst="rect">
            <a:avLst/>
          </a:prstGeom>
        </p:spPr>
      </p:pic>
      <p:pic>
        <p:nvPicPr>
          <p:cNvPr id="2" name="Picture 26">
            <a:extLst>
              <a:ext uri="{FF2B5EF4-FFF2-40B4-BE49-F238E27FC236}">
                <a16:creationId xmlns:a16="http://schemas.microsoft.com/office/drawing/2014/main" id="{90D50033-0D30-4D74-DA4D-E19E46BB5CE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486443" y="1932587"/>
            <a:ext cx="372621" cy="501344"/>
          </a:xfrm>
          <a:prstGeom prst="rect">
            <a:avLst/>
          </a:prstGeom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F94F80ED-10DA-AA01-1D57-132936E076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07331" y="1493850"/>
            <a:ext cx="277200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PICTURES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placeholder, click on the icon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b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 dirty="0">
                <a:solidFill>
                  <a:srgbClr val="333333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5" name="Picture 19">
            <a:extLst>
              <a:ext uri="{FF2B5EF4-FFF2-40B4-BE49-F238E27FC236}">
                <a16:creationId xmlns:a16="http://schemas.microsoft.com/office/drawing/2014/main" id="{33DB5EE5-1A28-D336-94DA-C65E0612714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45595" y="3931573"/>
            <a:ext cx="313788" cy="543900"/>
          </a:xfrm>
          <a:prstGeom prst="rect">
            <a:avLst/>
          </a:prstGeom>
        </p:spPr>
      </p:pic>
      <p:pic>
        <p:nvPicPr>
          <p:cNvPr id="6" name="Picture 33">
            <a:extLst>
              <a:ext uri="{FF2B5EF4-FFF2-40B4-BE49-F238E27FC236}">
                <a16:creationId xmlns:a16="http://schemas.microsoft.com/office/drawing/2014/main" id="{58579D8E-2371-3C26-FBFF-995CA2682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3901" t="45142" r="62601" b="9046"/>
          <a:stretch/>
        </p:blipFill>
        <p:spPr>
          <a:xfrm>
            <a:off x="7486124" y="3309842"/>
            <a:ext cx="341204" cy="321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CD4638-A265-0DA9-D513-3C6E6E65368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516019" y="2642893"/>
            <a:ext cx="372940" cy="366925"/>
          </a:xfrm>
          <a:prstGeom prst="rect">
            <a:avLst/>
          </a:prstGeom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F99B4BB6-8598-9030-E94B-3954CC7C8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t="1" r="70032" b="12836"/>
          <a:stretch/>
        </p:blipFill>
        <p:spPr>
          <a:xfrm>
            <a:off x="11391781" y="5471314"/>
            <a:ext cx="346308" cy="342892"/>
          </a:xfrm>
          <a:prstGeom prst="rect">
            <a:avLst/>
          </a:prstGeom>
        </p:spPr>
      </p:pic>
      <p:pic>
        <p:nvPicPr>
          <p:cNvPr id="12" name="Picture 14">
            <a:extLst>
              <a:ext uri="{FF2B5EF4-FFF2-40B4-BE49-F238E27FC236}">
                <a16:creationId xmlns:a16="http://schemas.microsoft.com/office/drawing/2014/main" id="{9315B33C-7319-5065-83CB-C40F27BEB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37641" r="5969" b="11697"/>
          <a:stretch/>
        </p:blipFill>
        <p:spPr>
          <a:xfrm>
            <a:off x="11239118" y="5845965"/>
            <a:ext cx="651634" cy="3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840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E31836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561573"/>
            <a:ext cx="11356977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000" b="0" noProof="0" dirty="0">
                <a:solidFill>
                  <a:schemeClr val="bg1"/>
                </a:solidFill>
              </a:rPr>
              <a:t>Avoid using layouts beyond this point, </a:t>
            </a:r>
            <a:br>
              <a:rPr lang="en-GB" sz="4000" b="0" noProof="0" dirty="0">
                <a:solidFill>
                  <a:schemeClr val="bg1"/>
                </a:solidFill>
              </a:rPr>
            </a:br>
            <a:r>
              <a:rPr lang="en-GB" sz="4000" b="0" noProof="0" dirty="0">
                <a:solidFill>
                  <a:schemeClr val="bg1"/>
                </a:solidFill>
              </a:rPr>
              <a:t>as they are deliberately placed and reserved for Copilot functionality in the general template.</a:t>
            </a:r>
            <a:br>
              <a:rPr lang="en-GB" sz="2400" b="0" noProof="0" dirty="0">
                <a:solidFill>
                  <a:schemeClr val="bg1"/>
                </a:solidFill>
              </a:rPr>
            </a:br>
            <a:endParaRPr lang="en-GB" sz="24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465095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106326" y="3020224"/>
            <a:ext cx="10518556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1500" b="0" i="0" noProof="0" dirty="0">
                <a:solidFill>
                  <a:schemeClr val="bg1"/>
                </a:solidFill>
                <a:latin typeface="+mj-lt"/>
              </a:rPr>
              <a:t>Copilot layouts</a:t>
            </a: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585222"/>
            <a:ext cx="1135697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 dirty="0">
                <a:solidFill>
                  <a:schemeClr val="bg1"/>
                </a:solidFill>
              </a:rPr>
              <a:t>Please note that layouts after this are part of the template, </a:t>
            </a:r>
            <a:br>
              <a:rPr lang="en-GB" sz="2000" b="0" noProof="0" dirty="0">
                <a:solidFill>
                  <a:schemeClr val="bg1"/>
                </a:solidFill>
              </a:rPr>
            </a:br>
            <a:r>
              <a:rPr lang="en-GB" sz="2000" b="0" noProof="0" dirty="0">
                <a:solidFill>
                  <a:schemeClr val="bg1"/>
                </a:solidFill>
              </a:rPr>
              <a:t>but should only be used by Copilot and not for manual content.</a:t>
            </a: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16F02AC0-8835-4687-9809-625BC7974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06D6C9CE-4F2C-454C-BB55-801B8D39FB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475F42F-AD98-4F3B-A294-8047E72ED3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6507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tieto">
            <a:extLst>
              <a:ext uri="{FF2B5EF4-FFF2-40B4-BE49-F238E27FC236}">
                <a16:creationId xmlns:a16="http://schemas.microsoft.com/office/drawing/2014/main" id="{2544F429-9B23-7D56-8DAB-F7E1AEC28B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9683004" y="5771156"/>
            <a:ext cx="2160522" cy="73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45600" y="345600"/>
            <a:ext cx="6552000" cy="27456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45600" y="3438000"/>
            <a:ext cx="6552000" cy="9552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5"/>
                </a:solidFill>
              </a:defRPr>
            </a:lvl1pPr>
            <a:lvl2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2pPr>
            <a:lvl3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3pPr>
            <a:lvl4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4pPr>
            <a:lvl5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5pPr>
            <a:lvl6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6pPr>
            <a:lvl7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7pPr>
            <a:lvl8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8pPr>
            <a:lvl9pPr marL="0" indent="0" algn="l">
              <a:buNone/>
              <a:defRPr sz="2200">
                <a:solidFill>
                  <a:schemeClr val="accent5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430131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picture" descr="Et billede, der indeholder Elektrisk blå, blå/nedtrykt, skærmbillede, Majorelle-blå&#10;&#10;AI-genereret indhold kan være ukorrekt.">
            <a:extLst>
              <a:ext uri="{FF2B5EF4-FFF2-40B4-BE49-F238E27FC236}">
                <a16:creationId xmlns:a16="http://schemas.microsoft.com/office/drawing/2014/main" id="{CF45B9EC-72CF-5907-BE36-1D20B0A1C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" y="0"/>
            <a:ext cx="12191539" cy="6858000"/>
          </a:xfrm>
          <a:prstGeom prst="rect">
            <a:avLst/>
          </a:prstGeom>
        </p:spPr>
      </p:pic>
      <p:pic>
        <p:nvPicPr>
          <p:cNvPr id="3" name="Logo tieto">
            <a:extLst>
              <a:ext uri="{FF2B5EF4-FFF2-40B4-BE49-F238E27FC236}">
                <a16:creationId xmlns:a16="http://schemas.microsoft.com/office/drawing/2014/main" id="{9636CE31-7661-46C6-D664-5D9485C134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3004" y="5771156"/>
            <a:ext cx="2160522" cy="738000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C7D6CCA3-D98F-4E8C-B9B8-253423212E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45600" y="345600"/>
            <a:ext cx="6552000" cy="27468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66A57BE-C742-4942-BC2C-5CCB046B10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45599" y="3438000"/>
            <a:ext cx="6551999" cy="95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2pPr>
            <a:lvl3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3pPr>
            <a:lvl4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4pPr>
            <a:lvl5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5pPr>
            <a:lvl6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6pPr>
            <a:lvl7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7pPr>
            <a:lvl8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8pPr>
            <a:lvl9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20474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387E0D-B218-0FCD-04E8-3E46330A33D9}"/>
              </a:ext>
            </a:extLst>
          </p:cNvPr>
          <p:cNvSpPr/>
          <p:nvPr userDrawn="1"/>
        </p:nvSpPr>
        <p:spPr>
          <a:xfrm>
            <a:off x="7289317" y="0"/>
            <a:ext cx="49026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6474245-6F11-647A-C136-F4F6506A398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6168" y="0"/>
            <a:ext cx="4948800" cy="6858000"/>
          </a:xfrm>
          <a:custGeom>
            <a:avLst/>
            <a:gdLst>
              <a:gd name="connsiteX0" fmla="*/ 3895412 w 4948800"/>
              <a:gd name="connsiteY0" fmla="*/ 5575243 h 6858000"/>
              <a:gd name="connsiteX1" fmla="*/ 4270977 w 4948800"/>
              <a:gd name="connsiteY1" fmla="*/ 5575243 h 6858000"/>
              <a:gd name="connsiteX2" fmla="*/ 4351465 w 4948800"/>
              <a:gd name="connsiteY2" fmla="*/ 5655677 h 6858000"/>
              <a:gd name="connsiteX3" fmla="*/ 4351465 w 4948800"/>
              <a:gd name="connsiteY3" fmla="*/ 6227641 h 6858000"/>
              <a:gd name="connsiteX4" fmla="*/ 4270977 w 4948800"/>
              <a:gd name="connsiteY4" fmla="*/ 6308075 h 6858000"/>
              <a:gd name="connsiteX5" fmla="*/ 3895412 w 4948800"/>
              <a:gd name="connsiteY5" fmla="*/ 6308075 h 6858000"/>
              <a:gd name="connsiteX6" fmla="*/ 3814945 w 4948800"/>
              <a:gd name="connsiteY6" fmla="*/ 6227641 h 6858000"/>
              <a:gd name="connsiteX7" fmla="*/ 3814945 w 4948800"/>
              <a:gd name="connsiteY7" fmla="*/ 5655677 h 6858000"/>
              <a:gd name="connsiteX8" fmla="*/ 3895412 w 4948800"/>
              <a:gd name="connsiteY8" fmla="*/ 5575243 h 6858000"/>
              <a:gd name="connsiteX9" fmla="*/ 1950562 w 4948800"/>
              <a:gd name="connsiteY9" fmla="*/ 5575243 h 6858000"/>
              <a:gd name="connsiteX10" fmla="*/ 2288119 w 4948800"/>
              <a:gd name="connsiteY10" fmla="*/ 5575243 h 6858000"/>
              <a:gd name="connsiteX11" fmla="*/ 2355183 w 4948800"/>
              <a:gd name="connsiteY11" fmla="*/ 5640037 h 6858000"/>
              <a:gd name="connsiteX12" fmla="*/ 2308239 w 4948800"/>
              <a:gd name="connsiteY12" fmla="*/ 5711532 h 6858000"/>
              <a:gd name="connsiteX13" fmla="*/ 1870086 w 4948800"/>
              <a:gd name="connsiteY13" fmla="*/ 5926019 h 6858000"/>
              <a:gd name="connsiteX14" fmla="*/ 1870086 w 4948800"/>
              <a:gd name="connsiteY14" fmla="*/ 5655677 h 6858000"/>
              <a:gd name="connsiteX15" fmla="*/ 1950562 w 4948800"/>
              <a:gd name="connsiteY15" fmla="*/ 5575243 h 6858000"/>
              <a:gd name="connsiteX16" fmla="*/ 1217329 w 4948800"/>
              <a:gd name="connsiteY16" fmla="*/ 5383099 h 6858000"/>
              <a:gd name="connsiteX17" fmla="*/ 1217329 w 4948800"/>
              <a:gd name="connsiteY17" fmla="*/ 6504687 h 6858000"/>
              <a:gd name="connsiteX18" fmla="*/ 1463231 w 4948800"/>
              <a:gd name="connsiteY18" fmla="*/ 6504687 h 6858000"/>
              <a:gd name="connsiteX19" fmla="*/ 1463231 w 4948800"/>
              <a:gd name="connsiteY19" fmla="*/ 5383099 h 6858000"/>
              <a:gd name="connsiteX20" fmla="*/ 3859658 w 4948800"/>
              <a:gd name="connsiteY20" fmla="*/ 5374162 h 6858000"/>
              <a:gd name="connsiteX21" fmla="*/ 3569052 w 4948800"/>
              <a:gd name="connsiteY21" fmla="*/ 5664614 h 6858000"/>
              <a:gd name="connsiteX22" fmla="*/ 3569052 w 4948800"/>
              <a:gd name="connsiteY22" fmla="*/ 6218705 h 6858000"/>
              <a:gd name="connsiteX23" fmla="*/ 3859658 w 4948800"/>
              <a:gd name="connsiteY23" fmla="*/ 6509156 h 6858000"/>
              <a:gd name="connsiteX24" fmla="*/ 4306751 w 4948800"/>
              <a:gd name="connsiteY24" fmla="*/ 6509156 h 6858000"/>
              <a:gd name="connsiteX25" fmla="*/ 4597358 w 4948800"/>
              <a:gd name="connsiteY25" fmla="*/ 6218705 h 6858000"/>
              <a:gd name="connsiteX26" fmla="*/ 4597358 w 4948800"/>
              <a:gd name="connsiteY26" fmla="*/ 5664614 h 6858000"/>
              <a:gd name="connsiteX27" fmla="*/ 4306751 w 4948800"/>
              <a:gd name="connsiteY27" fmla="*/ 5374162 h 6858000"/>
              <a:gd name="connsiteX28" fmla="*/ 1914795 w 4948800"/>
              <a:gd name="connsiteY28" fmla="*/ 5374162 h 6858000"/>
              <a:gd name="connsiteX29" fmla="*/ 1624185 w 4948800"/>
              <a:gd name="connsiteY29" fmla="*/ 5664614 h 6858000"/>
              <a:gd name="connsiteX30" fmla="*/ 1624185 w 4948800"/>
              <a:gd name="connsiteY30" fmla="*/ 6214236 h 6858000"/>
              <a:gd name="connsiteX31" fmla="*/ 1914795 w 4948800"/>
              <a:gd name="connsiteY31" fmla="*/ 6504687 h 6858000"/>
              <a:gd name="connsiteX32" fmla="*/ 2583193 w 4948800"/>
              <a:gd name="connsiteY32" fmla="*/ 6504687 h 6858000"/>
              <a:gd name="connsiteX33" fmla="*/ 2583193 w 4948800"/>
              <a:gd name="connsiteY33" fmla="*/ 6303606 h 6858000"/>
              <a:gd name="connsiteX34" fmla="*/ 1950562 w 4948800"/>
              <a:gd name="connsiteY34" fmla="*/ 6303606 h 6858000"/>
              <a:gd name="connsiteX35" fmla="*/ 1870086 w 4948800"/>
              <a:gd name="connsiteY35" fmla="*/ 6223174 h 6858000"/>
              <a:gd name="connsiteX36" fmla="*/ 1870086 w 4948800"/>
              <a:gd name="connsiteY36" fmla="*/ 6158380 h 6858000"/>
              <a:gd name="connsiteX37" fmla="*/ 2428953 w 4948800"/>
              <a:gd name="connsiteY37" fmla="*/ 5885804 h 6858000"/>
              <a:gd name="connsiteX38" fmla="*/ 2601091 w 4948800"/>
              <a:gd name="connsiteY38" fmla="*/ 5633335 h 6858000"/>
              <a:gd name="connsiteX39" fmla="*/ 2323885 w 4948800"/>
              <a:gd name="connsiteY39" fmla="*/ 5374162 h 6858000"/>
              <a:gd name="connsiteX40" fmla="*/ 2976634 w 4948800"/>
              <a:gd name="connsiteY40" fmla="*/ 5061369 h 6858000"/>
              <a:gd name="connsiteX41" fmla="*/ 2746394 w 4948800"/>
              <a:gd name="connsiteY41" fmla="*/ 5173081 h 6858000"/>
              <a:gd name="connsiteX42" fmla="*/ 2746394 w 4948800"/>
              <a:gd name="connsiteY42" fmla="*/ 6214236 h 6858000"/>
              <a:gd name="connsiteX43" fmla="*/ 3037000 w 4948800"/>
              <a:gd name="connsiteY43" fmla="*/ 6504687 h 6858000"/>
              <a:gd name="connsiteX44" fmla="*/ 3443849 w 4948800"/>
              <a:gd name="connsiteY44" fmla="*/ 6504687 h 6858000"/>
              <a:gd name="connsiteX45" fmla="*/ 3443849 w 4948800"/>
              <a:gd name="connsiteY45" fmla="*/ 6303606 h 6858000"/>
              <a:gd name="connsiteX46" fmla="*/ 3072775 w 4948800"/>
              <a:gd name="connsiteY46" fmla="*/ 6303606 h 6858000"/>
              <a:gd name="connsiteX47" fmla="*/ 2992287 w 4948800"/>
              <a:gd name="connsiteY47" fmla="*/ 6223174 h 6858000"/>
              <a:gd name="connsiteX48" fmla="*/ 2992287 w 4948800"/>
              <a:gd name="connsiteY48" fmla="*/ 5584182 h 6858000"/>
              <a:gd name="connsiteX49" fmla="*/ 3443849 w 4948800"/>
              <a:gd name="connsiteY49" fmla="*/ 5584182 h 6858000"/>
              <a:gd name="connsiteX50" fmla="*/ 3443849 w 4948800"/>
              <a:gd name="connsiteY50" fmla="*/ 5383099 h 6858000"/>
              <a:gd name="connsiteX51" fmla="*/ 2992287 w 4948800"/>
              <a:gd name="connsiteY51" fmla="*/ 5383099 h 6858000"/>
              <a:gd name="connsiteX52" fmla="*/ 2992287 w 4948800"/>
              <a:gd name="connsiteY52" fmla="*/ 5061369 h 6858000"/>
              <a:gd name="connsiteX53" fmla="*/ 1217329 w 4948800"/>
              <a:gd name="connsiteY53" fmla="*/ 5061369 h 6858000"/>
              <a:gd name="connsiteX54" fmla="*/ 1217329 w 4948800"/>
              <a:gd name="connsiteY54" fmla="*/ 5284792 h 6858000"/>
              <a:gd name="connsiteX55" fmla="*/ 1463231 w 4948800"/>
              <a:gd name="connsiteY55" fmla="*/ 5284792 h 6858000"/>
              <a:gd name="connsiteX56" fmla="*/ 1463231 w 4948800"/>
              <a:gd name="connsiteY56" fmla="*/ 5061369 h 6858000"/>
              <a:gd name="connsiteX57" fmla="*/ 589162 w 4948800"/>
              <a:gd name="connsiteY57" fmla="*/ 5061369 h 6858000"/>
              <a:gd name="connsiteX58" fmla="*/ 358909 w 4948800"/>
              <a:gd name="connsiteY58" fmla="*/ 5173081 h 6858000"/>
              <a:gd name="connsiteX59" fmla="*/ 358909 w 4948800"/>
              <a:gd name="connsiteY59" fmla="*/ 6214236 h 6858000"/>
              <a:gd name="connsiteX60" fmla="*/ 649520 w 4948800"/>
              <a:gd name="connsiteY60" fmla="*/ 6504687 h 6858000"/>
              <a:gd name="connsiteX61" fmla="*/ 1056375 w 4948800"/>
              <a:gd name="connsiteY61" fmla="*/ 6504687 h 6858000"/>
              <a:gd name="connsiteX62" fmla="*/ 1056375 w 4948800"/>
              <a:gd name="connsiteY62" fmla="*/ 6303606 h 6858000"/>
              <a:gd name="connsiteX63" fmla="*/ 685288 w 4948800"/>
              <a:gd name="connsiteY63" fmla="*/ 6303606 h 6858000"/>
              <a:gd name="connsiteX64" fmla="*/ 604810 w 4948800"/>
              <a:gd name="connsiteY64" fmla="*/ 6223174 h 6858000"/>
              <a:gd name="connsiteX65" fmla="*/ 604810 w 4948800"/>
              <a:gd name="connsiteY65" fmla="*/ 5584182 h 6858000"/>
              <a:gd name="connsiteX66" fmla="*/ 1056375 w 4948800"/>
              <a:gd name="connsiteY66" fmla="*/ 5584182 h 6858000"/>
              <a:gd name="connsiteX67" fmla="*/ 1056375 w 4948800"/>
              <a:gd name="connsiteY67" fmla="*/ 5383099 h 6858000"/>
              <a:gd name="connsiteX68" fmla="*/ 604810 w 4948800"/>
              <a:gd name="connsiteY68" fmla="*/ 5383099 h 6858000"/>
              <a:gd name="connsiteX69" fmla="*/ 604810 w 4948800"/>
              <a:gd name="connsiteY69" fmla="*/ 5061369 h 6858000"/>
              <a:gd name="connsiteX70" fmla="*/ 0 w 4948800"/>
              <a:gd name="connsiteY70" fmla="*/ 0 h 6858000"/>
              <a:gd name="connsiteX71" fmla="*/ 4948800 w 4948800"/>
              <a:gd name="connsiteY71" fmla="*/ 0 h 6858000"/>
              <a:gd name="connsiteX72" fmla="*/ 4948800 w 4948800"/>
              <a:gd name="connsiteY72" fmla="*/ 6858000 h 6858000"/>
              <a:gd name="connsiteX73" fmla="*/ 0 w 4948800"/>
              <a:gd name="connsiteY7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48800" h="6858000">
                <a:moveTo>
                  <a:pt x="3895412" y="5575243"/>
                </a:moveTo>
                <a:lnTo>
                  <a:pt x="4270977" y="5575243"/>
                </a:lnTo>
                <a:cubicBezTo>
                  <a:pt x="4320159" y="5575243"/>
                  <a:pt x="4351465" y="5606524"/>
                  <a:pt x="4351465" y="5655677"/>
                </a:cubicBezTo>
                <a:lnTo>
                  <a:pt x="4351465" y="6227641"/>
                </a:lnTo>
                <a:cubicBezTo>
                  <a:pt x="4351465" y="6276795"/>
                  <a:pt x="4320159" y="6308075"/>
                  <a:pt x="4270977" y="6308075"/>
                </a:cubicBezTo>
                <a:lnTo>
                  <a:pt x="3895412" y="6308075"/>
                </a:lnTo>
                <a:cubicBezTo>
                  <a:pt x="3846250" y="6308075"/>
                  <a:pt x="3814945" y="6276795"/>
                  <a:pt x="3814945" y="6227641"/>
                </a:cubicBezTo>
                <a:lnTo>
                  <a:pt x="3814945" y="5655677"/>
                </a:lnTo>
                <a:cubicBezTo>
                  <a:pt x="3814945" y="5606524"/>
                  <a:pt x="3846250" y="5575243"/>
                  <a:pt x="3895412" y="5575243"/>
                </a:cubicBezTo>
                <a:close/>
                <a:moveTo>
                  <a:pt x="1950562" y="5575243"/>
                </a:moveTo>
                <a:lnTo>
                  <a:pt x="2288119" y="5575243"/>
                </a:lnTo>
                <a:cubicBezTo>
                  <a:pt x="2332828" y="5575243"/>
                  <a:pt x="2355183" y="5602055"/>
                  <a:pt x="2355183" y="5640037"/>
                </a:cubicBezTo>
                <a:cubicBezTo>
                  <a:pt x="2355183" y="5680254"/>
                  <a:pt x="2337300" y="5695892"/>
                  <a:pt x="2308239" y="5711532"/>
                </a:cubicBezTo>
                <a:lnTo>
                  <a:pt x="1870086" y="5926019"/>
                </a:lnTo>
                <a:lnTo>
                  <a:pt x="1870086" y="5655677"/>
                </a:lnTo>
                <a:cubicBezTo>
                  <a:pt x="1870086" y="5606524"/>
                  <a:pt x="1901384" y="5575243"/>
                  <a:pt x="1950562" y="5575243"/>
                </a:cubicBezTo>
                <a:close/>
                <a:moveTo>
                  <a:pt x="1217329" y="5383099"/>
                </a:moveTo>
                <a:lnTo>
                  <a:pt x="1217329" y="6504687"/>
                </a:lnTo>
                <a:lnTo>
                  <a:pt x="1463231" y="6504687"/>
                </a:lnTo>
                <a:lnTo>
                  <a:pt x="1463231" y="5383099"/>
                </a:lnTo>
                <a:close/>
                <a:moveTo>
                  <a:pt x="3859658" y="5374162"/>
                </a:moveTo>
                <a:cubicBezTo>
                  <a:pt x="3694233" y="5374162"/>
                  <a:pt x="3569052" y="5499281"/>
                  <a:pt x="3569052" y="5664614"/>
                </a:cubicBezTo>
                <a:lnTo>
                  <a:pt x="3569052" y="6218705"/>
                </a:lnTo>
                <a:cubicBezTo>
                  <a:pt x="3569052" y="6384038"/>
                  <a:pt x="3694233" y="6509156"/>
                  <a:pt x="3859658" y="6509156"/>
                </a:cubicBezTo>
                <a:lnTo>
                  <a:pt x="4306751" y="6509156"/>
                </a:lnTo>
                <a:cubicBezTo>
                  <a:pt x="4472177" y="6509156"/>
                  <a:pt x="4597358" y="6384038"/>
                  <a:pt x="4597358" y="6218705"/>
                </a:cubicBezTo>
                <a:lnTo>
                  <a:pt x="4597358" y="5664614"/>
                </a:lnTo>
                <a:cubicBezTo>
                  <a:pt x="4597358" y="5499281"/>
                  <a:pt x="4472177" y="5374162"/>
                  <a:pt x="4306751" y="5374162"/>
                </a:cubicBezTo>
                <a:close/>
                <a:moveTo>
                  <a:pt x="1914795" y="5374162"/>
                </a:moveTo>
                <a:cubicBezTo>
                  <a:pt x="1749370" y="5374162"/>
                  <a:pt x="1624185" y="5499281"/>
                  <a:pt x="1624185" y="5664614"/>
                </a:cubicBezTo>
                <a:lnTo>
                  <a:pt x="1624185" y="6214236"/>
                </a:lnTo>
                <a:cubicBezTo>
                  <a:pt x="1624185" y="6379571"/>
                  <a:pt x="1749370" y="6504687"/>
                  <a:pt x="1914795" y="6504687"/>
                </a:cubicBezTo>
                <a:lnTo>
                  <a:pt x="2583193" y="6504687"/>
                </a:lnTo>
                <a:lnTo>
                  <a:pt x="2583193" y="6303606"/>
                </a:lnTo>
                <a:lnTo>
                  <a:pt x="1950562" y="6303606"/>
                </a:lnTo>
                <a:cubicBezTo>
                  <a:pt x="1901384" y="6303606"/>
                  <a:pt x="1870086" y="6272328"/>
                  <a:pt x="1870086" y="6223174"/>
                </a:cubicBezTo>
                <a:lnTo>
                  <a:pt x="1870086" y="6158380"/>
                </a:lnTo>
                <a:lnTo>
                  <a:pt x="2428953" y="5885804"/>
                </a:lnTo>
                <a:cubicBezTo>
                  <a:pt x="2558601" y="5823245"/>
                  <a:pt x="2601091" y="5751749"/>
                  <a:pt x="2601091" y="5633335"/>
                </a:cubicBezTo>
                <a:cubicBezTo>
                  <a:pt x="2601091" y="5494811"/>
                  <a:pt x="2500480" y="5374162"/>
                  <a:pt x="2323885" y="5374162"/>
                </a:cubicBezTo>
                <a:close/>
                <a:moveTo>
                  <a:pt x="2976634" y="5061369"/>
                </a:moveTo>
                <a:lnTo>
                  <a:pt x="2746394" y="5173081"/>
                </a:lnTo>
                <a:lnTo>
                  <a:pt x="2746394" y="6214236"/>
                </a:lnTo>
                <a:cubicBezTo>
                  <a:pt x="2746394" y="6384038"/>
                  <a:pt x="2867106" y="6504687"/>
                  <a:pt x="3037000" y="6504687"/>
                </a:cubicBezTo>
                <a:lnTo>
                  <a:pt x="3443849" y="6504687"/>
                </a:lnTo>
                <a:lnTo>
                  <a:pt x="3443849" y="6303606"/>
                </a:lnTo>
                <a:lnTo>
                  <a:pt x="3072775" y="6303606"/>
                </a:lnTo>
                <a:cubicBezTo>
                  <a:pt x="3023593" y="6303606"/>
                  <a:pt x="2992287" y="6272328"/>
                  <a:pt x="2992287" y="6223174"/>
                </a:cubicBezTo>
                <a:lnTo>
                  <a:pt x="2992287" y="5584182"/>
                </a:lnTo>
                <a:lnTo>
                  <a:pt x="3443849" y="5584182"/>
                </a:lnTo>
                <a:lnTo>
                  <a:pt x="3443849" y="5383099"/>
                </a:lnTo>
                <a:lnTo>
                  <a:pt x="2992287" y="5383099"/>
                </a:lnTo>
                <a:lnTo>
                  <a:pt x="2992287" y="5061369"/>
                </a:lnTo>
                <a:close/>
                <a:moveTo>
                  <a:pt x="1217329" y="5061369"/>
                </a:moveTo>
                <a:lnTo>
                  <a:pt x="1217329" y="5284792"/>
                </a:lnTo>
                <a:lnTo>
                  <a:pt x="1463231" y="5284792"/>
                </a:lnTo>
                <a:lnTo>
                  <a:pt x="1463231" y="5061369"/>
                </a:lnTo>
                <a:close/>
                <a:moveTo>
                  <a:pt x="589162" y="5061369"/>
                </a:moveTo>
                <a:lnTo>
                  <a:pt x="358909" y="5173081"/>
                </a:lnTo>
                <a:lnTo>
                  <a:pt x="358909" y="6214236"/>
                </a:lnTo>
                <a:cubicBezTo>
                  <a:pt x="358909" y="6384038"/>
                  <a:pt x="479624" y="6504687"/>
                  <a:pt x="649520" y="6504687"/>
                </a:cubicBezTo>
                <a:lnTo>
                  <a:pt x="1056375" y="6504687"/>
                </a:lnTo>
                <a:lnTo>
                  <a:pt x="1056375" y="6303606"/>
                </a:lnTo>
                <a:lnTo>
                  <a:pt x="685288" y="6303606"/>
                </a:lnTo>
                <a:cubicBezTo>
                  <a:pt x="636108" y="6303606"/>
                  <a:pt x="604810" y="6272328"/>
                  <a:pt x="604810" y="6223174"/>
                </a:cubicBezTo>
                <a:lnTo>
                  <a:pt x="604810" y="5584182"/>
                </a:lnTo>
                <a:lnTo>
                  <a:pt x="1056375" y="5584182"/>
                </a:lnTo>
                <a:lnTo>
                  <a:pt x="1056375" y="5383099"/>
                </a:lnTo>
                <a:lnTo>
                  <a:pt x="604810" y="5383099"/>
                </a:lnTo>
                <a:lnTo>
                  <a:pt x="604810" y="5061369"/>
                </a:lnTo>
                <a:close/>
                <a:moveTo>
                  <a:pt x="0" y="0"/>
                </a:moveTo>
                <a:lnTo>
                  <a:pt x="4948800" y="0"/>
                </a:lnTo>
                <a:lnTo>
                  <a:pt x="4948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5600" y="345600"/>
            <a:ext cx="6555600" cy="27468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5599" y="3438000"/>
            <a:ext cx="6555599" cy="95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5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0017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CC86D-A9F1-4C7F-8A8B-0E2535F8A86C}"/>
              </a:ext>
            </a:extLst>
          </p:cNvPr>
          <p:cNvSpPr/>
          <p:nvPr userDrawn="1"/>
        </p:nvSpPr>
        <p:spPr>
          <a:xfrm>
            <a:off x="7289317" y="0"/>
            <a:ext cx="49026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F6730-849B-5E93-DFBF-6223DC2A39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6168" y="0"/>
            <a:ext cx="4948800" cy="6858000"/>
          </a:xfrm>
          <a:custGeom>
            <a:avLst/>
            <a:gdLst>
              <a:gd name="connsiteX0" fmla="*/ 3895412 w 4948800"/>
              <a:gd name="connsiteY0" fmla="*/ 5575243 h 6858000"/>
              <a:gd name="connsiteX1" fmla="*/ 4270977 w 4948800"/>
              <a:gd name="connsiteY1" fmla="*/ 5575243 h 6858000"/>
              <a:gd name="connsiteX2" fmla="*/ 4351465 w 4948800"/>
              <a:gd name="connsiteY2" fmla="*/ 5655677 h 6858000"/>
              <a:gd name="connsiteX3" fmla="*/ 4351465 w 4948800"/>
              <a:gd name="connsiteY3" fmla="*/ 6227641 h 6858000"/>
              <a:gd name="connsiteX4" fmla="*/ 4270977 w 4948800"/>
              <a:gd name="connsiteY4" fmla="*/ 6308075 h 6858000"/>
              <a:gd name="connsiteX5" fmla="*/ 3895412 w 4948800"/>
              <a:gd name="connsiteY5" fmla="*/ 6308075 h 6858000"/>
              <a:gd name="connsiteX6" fmla="*/ 3814945 w 4948800"/>
              <a:gd name="connsiteY6" fmla="*/ 6227641 h 6858000"/>
              <a:gd name="connsiteX7" fmla="*/ 3814945 w 4948800"/>
              <a:gd name="connsiteY7" fmla="*/ 5655677 h 6858000"/>
              <a:gd name="connsiteX8" fmla="*/ 3895412 w 4948800"/>
              <a:gd name="connsiteY8" fmla="*/ 5575243 h 6858000"/>
              <a:gd name="connsiteX9" fmla="*/ 1950562 w 4948800"/>
              <a:gd name="connsiteY9" fmla="*/ 5575243 h 6858000"/>
              <a:gd name="connsiteX10" fmla="*/ 2288119 w 4948800"/>
              <a:gd name="connsiteY10" fmla="*/ 5575243 h 6858000"/>
              <a:gd name="connsiteX11" fmla="*/ 2355183 w 4948800"/>
              <a:gd name="connsiteY11" fmla="*/ 5640037 h 6858000"/>
              <a:gd name="connsiteX12" fmla="*/ 2308239 w 4948800"/>
              <a:gd name="connsiteY12" fmla="*/ 5711532 h 6858000"/>
              <a:gd name="connsiteX13" fmla="*/ 1870086 w 4948800"/>
              <a:gd name="connsiteY13" fmla="*/ 5926019 h 6858000"/>
              <a:gd name="connsiteX14" fmla="*/ 1870086 w 4948800"/>
              <a:gd name="connsiteY14" fmla="*/ 5655677 h 6858000"/>
              <a:gd name="connsiteX15" fmla="*/ 1950562 w 4948800"/>
              <a:gd name="connsiteY15" fmla="*/ 5575243 h 6858000"/>
              <a:gd name="connsiteX16" fmla="*/ 1217329 w 4948800"/>
              <a:gd name="connsiteY16" fmla="*/ 5383099 h 6858000"/>
              <a:gd name="connsiteX17" fmla="*/ 1217329 w 4948800"/>
              <a:gd name="connsiteY17" fmla="*/ 6504687 h 6858000"/>
              <a:gd name="connsiteX18" fmla="*/ 1463231 w 4948800"/>
              <a:gd name="connsiteY18" fmla="*/ 6504687 h 6858000"/>
              <a:gd name="connsiteX19" fmla="*/ 1463231 w 4948800"/>
              <a:gd name="connsiteY19" fmla="*/ 5383099 h 6858000"/>
              <a:gd name="connsiteX20" fmla="*/ 3859658 w 4948800"/>
              <a:gd name="connsiteY20" fmla="*/ 5374162 h 6858000"/>
              <a:gd name="connsiteX21" fmla="*/ 3569052 w 4948800"/>
              <a:gd name="connsiteY21" fmla="*/ 5664614 h 6858000"/>
              <a:gd name="connsiteX22" fmla="*/ 3569052 w 4948800"/>
              <a:gd name="connsiteY22" fmla="*/ 6218705 h 6858000"/>
              <a:gd name="connsiteX23" fmla="*/ 3859658 w 4948800"/>
              <a:gd name="connsiteY23" fmla="*/ 6509156 h 6858000"/>
              <a:gd name="connsiteX24" fmla="*/ 4306751 w 4948800"/>
              <a:gd name="connsiteY24" fmla="*/ 6509156 h 6858000"/>
              <a:gd name="connsiteX25" fmla="*/ 4597358 w 4948800"/>
              <a:gd name="connsiteY25" fmla="*/ 6218705 h 6858000"/>
              <a:gd name="connsiteX26" fmla="*/ 4597358 w 4948800"/>
              <a:gd name="connsiteY26" fmla="*/ 5664614 h 6858000"/>
              <a:gd name="connsiteX27" fmla="*/ 4306751 w 4948800"/>
              <a:gd name="connsiteY27" fmla="*/ 5374162 h 6858000"/>
              <a:gd name="connsiteX28" fmla="*/ 1914795 w 4948800"/>
              <a:gd name="connsiteY28" fmla="*/ 5374162 h 6858000"/>
              <a:gd name="connsiteX29" fmla="*/ 1624185 w 4948800"/>
              <a:gd name="connsiteY29" fmla="*/ 5664614 h 6858000"/>
              <a:gd name="connsiteX30" fmla="*/ 1624185 w 4948800"/>
              <a:gd name="connsiteY30" fmla="*/ 6214236 h 6858000"/>
              <a:gd name="connsiteX31" fmla="*/ 1914795 w 4948800"/>
              <a:gd name="connsiteY31" fmla="*/ 6504687 h 6858000"/>
              <a:gd name="connsiteX32" fmla="*/ 2583193 w 4948800"/>
              <a:gd name="connsiteY32" fmla="*/ 6504687 h 6858000"/>
              <a:gd name="connsiteX33" fmla="*/ 2583193 w 4948800"/>
              <a:gd name="connsiteY33" fmla="*/ 6303606 h 6858000"/>
              <a:gd name="connsiteX34" fmla="*/ 1950562 w 4948800"/>
              <a:gd name="connsiteY34" fmla="*/ 6303606 h 6858000"/>
              <a:gd name="connsiteX35" fmla="*/ 1870086 w 4948800"/>
              <a:gd name="connsiteY35" fmla="*/ 6223174 h 6858000"/>
              <a:gd name="connsiteX36" fmla="*/ 1870086 w 4948800"/>
              <a:gd name="connsiteY36" fmla="*/ 6158380 h 6858000"/>
              <a:gd name="connsiteX37" fmla="*/ 2428953 w 4948800"/>
              <a:gd name="connsiteY37" fmla="*/ 5885804 h 6858000"/>
              <a:gd name="connsiteX38" fmla="*/ 2601091 w 4948800"/>
              <a:gd name="connsiteY38" fmla="*/ 5633335 h 6858000"/>
              <a:gd name="connsiteX39" fmla="*/ 2323885 w 4948800"/>
              <a:gd name="connsiteY39" fmla="*/ 5374162 h 6858000"/>
              <a:gd name="connsiteX40" fmla="*/ 2976634 w 4948800"/>
              <a:gd name="connsiteY40" fmla="*/ 5061369 h 6858000"/>
              <a:gd name="connsiteX41" fmla="*/ 2746394 w 4948800"/>
              <a:gd name="connsiteY41" fmla="*/ 5173081 h 6858000"/>
              <a:gd name="connsiteX42" fmla="*/ 2746394 w 4948800"/>
              <a:gd name="connsiteY42" fmla="*/ 6214236 h 6858000"/>
              <a:gd name="connsiteX43" fmla="*/ 3037000 w 4948800"/>
              <a:gd name="connsiteY43" fmla="*/ 6504687 h 6858000"/>
              <a:gd name="connsiteX44" fmla="*/ 3443849 w 4948800"/>
              <a:gd name="connsiteY44" fmla="*/ 6504687 h 6858000"/>
              <a:gd name="connsiteX45" fmla="*/ 3443849 w 4948800"/>
              <a:gd name="connsiteY45" fmla="*/ 6303606 h 6858000"/>
              <a:gd name="connsiteX46" fmla="*/ 3072775 w 4948800"/>
              <a:gd name="connsiteY46" fmla="*/ 6303606 h 6858000"/>
              <a:gd name="connsiteX47" fmla="*/ 2992287 w 4948800"/>
              <a:gd name="connsiteY47" fmla="*/ 6223174 h 6858000"/>
              <a:gd name="connsiteX48" fmla="*/ 2992287 w 4948800"/>
              <a:gd name="connsiteY48" fmla="*/ 5584182 h 6858000"/>
              <a:gd name="connsiteX49" fmla="*/ 3443849 w 4948800"/>
              <a:gd name="connsiteY49" fmla="*/ 5584182 h 6858000"/>
              <a:gd name="connsiteX50" fmla="*/ 3443849 w 4948800"/>
              <a:gd name="connsiteY50" fmla="*/ 5383099 h 6858000"/>
              <a:gd name="connsiteX51" fmla="*/ 2992287 w 4948800"/>
              <a:gd name="connsiteY51" fmla="*/ 5383099 h 6858000"/>
              <a:gd name="connsiteX52" fmla="*/ 2992287 w 4948800"/>
              <a:gd name="connsiteY52" fmla="*/ 5061369 h 6858000"/>
              <a:gd name="connsiteX53" fmla="*/ 1217329 w 4948800"/>
              <a:gd name="connsiteY53" fmla="*/ 5061369 h 6858000"/>
              <a:gd name="connsiteX54" fmla="*/ 1217329 w 4948800"/>
              <a:gd name="connsiteY54" fmla="*/ 5284792 h 6858000"/>
              <a:gd name="connsiteX55" fmla="*/ 1463231 w 4948800"/>
              <a:gd name="connsiteY55" fmla="*/ 5284792 h 6858000"/>
              <a:gd name="connsiteX56" fmla="*/ 1463231 w 4948800"/>
              <a:gd name="connsiteY56" fmla="*/ 5061369 h 6858000"/>
              <a:gd name="connsiteX57" fmla="*/ 589162 w 4948800"/>
              <a:gd name="connsiteY57" fmla="*/ 5061369 h 6858000"/>
              <a:gd name="connsiteX58" fmla="*/ 358909 w 4948800"/>
              <a:gd name="connsiteY58" fmla="*/ 5173081 h 6858000"/>
              <a:gd name="connsiteX59" fmla="*/ 358909 w 4948800"/>
              <a:gd name="connsiteY59" fmla="*/ 6214236 h 6858000"/>
              <a:gd name="connsiteX60" fmla="*/ 649520 w 4948800"/>
              <a:gd name="connsiteY60" fmla="*/ 6504687 h 6858000"/>
              <a:gd name="connsiteX61" fmla="*/ 1056375 w 4948800"/>
              <a:gd name="connsiteY61" fmla="*/ 6504687 h 6858000"/>
              <a:gd name="connsiteX62" fmla="*/ 1056375 w 4948800"/>
              <a:gd name="connsiteY62" fmla="*/ 6303606 h 6858000"/>
              <a:gd name="connsiteX63" fmla="*/ 685288 w 4948800"/>
              <a:gd name="connsiteY63" fmla="*/ 6303606 h 6858000"/>
              <a:gd name="connsiteX64" fmla="*/ 604810 w 4948800"/>
              <a:gd name="connsiteY64" fmla="*/ 6223174 h 6858000"/>
              <a:gd name="connsiteX65" fmla="*/ 604810 w 4948800"/>
              <a:gd name="connsiteY65" fmla="*/ 5584182 h 6858000"/>
              <a:gd name="connsiteX66" fmla="*/ 1056375 w 4948800"/>
              <a:gd name="connsiteY66" fmla="*/ 5584182 h 6858000"/>
              <a:gd name="connsiteX67" fmla="*/ 1056375 w 4948800"/>
              <a:gd name="connsiteY67" fmla="*/ 5383099 h 6858000"/>
              <a:gd name="connsiteX68" fmla="*/ 604810 w 4948800"/>
              <a:gd name="connsiteY68" fmla="*/ 5383099 h 6858000"/>
              <a:gd name="connsiteX69" fmla="*/ 604810 w 4948800"/>
              <a:gd name="connsiteY69" fmla="*/ 5061369 h 6858000"/>
              <a:gd name="connsiteX70" fmla="*/ 0 w 4948800"/>
              <a:gd name="connsiteY70" fmla="*/ 0 h 6858000"/>
              <a:gd name="connsiteX71" fmla="*/ 4948800 w 4948800"/>
              <a:gd name="connsiteY71" fmla="*/ 0 h 6858000"/>
              <a:gd name="connsiteX72" fmla="*/ 4948800 w 4948800"/>
              <a:gd name="connsiteY72" fmla="*/ 6858000 h 6858000"/>
              <a:gd name="connsiteX73" fmla="*/ 0 w 4948800"/>
              <a:gd name="connsiteY7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48800" h="6858000">
                <a:moveTo>
                  <a:pt x="3895412" y="5575243"/>
                </a:moveTo>
                <a:lnTo>
                  <a:pt x="4270977" y="5575243"/>
                </a:lnTo>
                <a:cubicBezTo>
                  <a:pt x="4320159" y="5575243"/>
                  <a:pt x="4351465" y="5606524"/>
                  <a:pt x="4351465" y="5655677"/>
                </a:cubicBezTo>
                <a:lnTo>
                  <a:pt x="4351465" y="6227641"/>
                </a:lnTo>
                <a:cubicBezTo>
                  <a:pt x="4351465" y="6276795"/>
                  <a:pt x="4320159" y="6308075"/>
                  <a:pt x="4270977" y="6308075"/>
                </a:cubicBezTo>
                <a:lnTo>
                  <a:pt x="3895412" y="6308075"/>
                </a:lnTo>
                <a:cubicBezTo>
                  <a:pt x="3846250" y="6308075"/>
                  <a:pt x="3814945" y="6276795"/>
                  <a:pt x="3814945" y="6227641"/>
                </a:cubicBezTo>
                <a:lnTo>
                  <a:pt x="3814945" y="5655677"/>
                </a:lnTo>
                <a:cubicBezTo>
                  <a:pt x="3814945" y="5606524"/>
                  <a:pt x="3846250" y="5575243"/>
                  <a:pt x="3895412" y="5575243"/>
                </a:cubicBezTo>
                <a:close/>
                <a:moveTo>
                  <a:pt x="1950562" y="5575243"/>
                </a:moveTo>
                <a:lnTo>
                  <a:pt x="2288119" y="5575243"/>
                </a:lnTo>
                <a:cubicBezTo>
                  <a:pt x="2332828" y="5575243"/>
                  <a:pt x="2355183" y="5602055"/>
                  <a:pt x="2355183" y="5640037"/>
                </a:cubicBezTo>
                <a:cubicBezTo>
                  <a:pt x="2355183" y="5680254"/>
                  <a:pt x="2337300" y="5695892"/>
                  <a:pt x="2308239" y="5711532"/>
                </a:cubicBezTo>
                <a:lnTo>
                  <a:pt x="1870086" y="5926019"/>
                </a:lnTo>
                <a:lnTo>
                  <a:pt x="1870086" y="5655677"/>
                </a:lnTo>
                <a:cubicBezTo>
                  <a:pt x="1870086" y="5606524"/>
                  <a:pt x="1901384" y="5575243"/>
                  <a:pt x="1950562" y="5575243"/>
                </a:cubicBezTo>
                <a:close/>
                <a:moveTo>
                  <a:pt x="1217329" y="5383099"/>
                </a:moveTo>
                <a:lnTo>
                  <a:pt x="1217329" y="6504687"/>
                </a:lnTo>
                <a:lnTo>
                  <a:pt x="1463231" y="6504687"/>
                </a:lnTo>
                <a:lnTo>
                  <a:pt x="1463231" y="5383099"/>
                </a:lnTo>
                <a:close/>
                <a:moveTo>
                  <a:pt x="3859658" y="5374162"/>
                </a:moveTo>
                <a:cubicBezTo>
                  <a:pt x="3694233" y="5374162"/>
                  <a:pt x="3569052" y="5499281"/>
                  <a:pt x="3569052" y="5664614"/>
                </a:cubicBezTo>
                <a:lnTo>
                  <a:pt x="3569052" y="6218705"/>
                </a:lnTo>
                <a:cubicBezTo>
                  <a:pt x="3569052" y="6384038"/>
                  <a:pt x="3694233" y="6509156"/>
                  <a:pt x="3859658" y="6509156"/>
                </a:cubicBezTo>
                <a:lnTo>
                  <a:pt x="4306751" y="6509156"/>
                </a:lnTo>
                <a:cubicBezTo>
                  <a:pt x="4472177" y="6509156"/>
                  <a:pt x="4597358" y="6384038"/>
                  <a:pt x="4597358" y="6218705"/>
                </a:cubicBezTo>
                <a:lnTo>
                  <a:pt x="4597358" y="5664614"/>
                </a:lnTo>
                <a:cubicBezTo>
                  <a:pt x="4597358" y="5499281"/>
                  <a:pt x="4472177" y="5374162"/>
                  <a:pt x="4306751" y="5374162"/>
                </a:cubicBezTo>
                <a:close/>
                <a:moveTo>
                  <a:pt x="1914795" y="5374162"/>
                </a:moveTo>
                <a:cubicBezTo>
                  <a:pt x="1749370" y="5374162"/>
                  <a:pt x="1624185" y="5499281"/>
                  <a:pt x="1624185" y="5664614"/>
                </a:cubicBezTo>
                <a:lnTo>
                  <a:pt x="1624185" y="6214236"/>
                </a:lnTo>
                <a:cubicBezTo>
                  <a:pt x="1624185" y="6379571"/>
                  <a:pt x="1749370" y="6504687"/>
                  <a:pt x="1914795" y="6504687"/>
                </a:cubicBezTo>
                <a:lnTo>
                  <a:pt x="2583193" y="6504687"/>
                </a:lnTo>
                <a:lnTo>
                  <a:pt x="2583193" y="6303606"/>
                </a:lnTo>
                <a:lnTo>
                  <a:pt x="1950562" y="6303606"/>
                </a:lnTo>
                <a:cubicBezTo>
                  <a:pt x="1901384" y="6303606"/>
                  <a:pt x="1870086" y="6272328"/>
                  <a:pt x="1870086" y="6223174"/>
                </a:cubicBezTo>
                <a:lnTo>
                  <a:pt x="1870086" y="6158380"/>
                </a:lnTo>
                <a:lnTo>
                  <a:pt x="2428953" y="5885804"/>
                </a:lnTo>
                <a:cubicBezTo>
                  <a:pt x="2558601" y="5823245"/>
                  <a:pt x="2601091" y="5751749"/>
                  <a:pt x="2601091" y="5633335"/>
                </a:cubicBezTo>
                <a:cubicBezTo>
                  <a:pt x="2601091" y="5494811"/>
                  <a:pt x="2500480" y="5374162"/>
                  <a:pt x="2323885" y="5374162"/>
                </a:cubicBezTo>
                <a:close/>
                <a:moveTo>
                  <a:pt x="2976634" y="5061369"/>
                </a:moveTo>
                <a:lnTo>
                  <a:pt x="2746394" y="5173081"/>
                </a:lnTo>
                <a:lnTo>
                  <a:pt x="2746394" y="6214236"/>
                </a:lnTo>
                <a:cubicBezTo>
                  <a:pt x="2746394" y="6384038"/>
                  <a:pt x="2867106" y="6504687"/>
                  <a:pt x="3037000" y="6504687"/>
                </a:cubicBezTo>
                <a:lnTo>
                  <a:pt x="3443849" y="6504687"/>
                </a:lnTo>
                <a:lnTo>
                  <a:pt x="3443849" y="6303606"/>
                </a:lnTo>
                <a:lnTo>
                  <a:pt x="3072775" y="6303606"/>
                </a:lnTo>
                <a:cubicBezTo>
                  <a:pt x="3023593" y="6303606"/>
                  <a:pt x="2992287" y="6272328"/>
                  <a:pt x="2992287" y="6223174"/>
                </a:cubicBezTo>
                <a:lnTo>
                  <a:pt x="2992287" y="5584182"/>
                </a:lnTo>
                <a:lnTo>
                  <a:pt x="3443849" y="5584182"/>
                </a:lnTo>
                <a:lnTo>
                  <a:pt x="3443849" y="5383099"/>
                </a:lnTo>
                <a:lnTo>
                  <a:pt x="2992287" y="5383099"/>
                </a:lnTo>
                <a:lnTo>
                  <a:pt x="2992287" y="5061369"/>
                </a:lnTo>
                <a:close/>
                <a:moveTo>
                  <a:pt x="1217329" y="5061369"/>
                </a:moveTo>
                <a:lnTo>
                  <a:pt x="1217329" y="5284792"/>
                </a:lnTo>
                <a:lnTo>
                  <a:pt x="1463231" y="5284792"/>
                </a:lnTo>
                <a:lnTo>
                  <a:pt x="1463231" y="5061369"/>
                </a:lnTo>
                <a:close/>
                <a:moveTo>
                  <a:pt x="589162" y="5061369"/>
                </a:moveTo>
                <a:lnTo>
                  <a:pt x="358909" y="5173081"/>
                </a:lnTo>
                <a:lnTo>
                  <a:pt x="358909" y="6214236"/>
                </a:lnTo>
                <a:cubicBezTo>
                  <a:pt x="358909" y="6384038"/>
                  <a:pt x="479624" y="6504687"/>
                  <a:pt x="649520" y="6504687"/>
                </a:cubicBezTo>
                <a:lnTo>
                  <a:pt x="1056375" y="6504687"/>
                </a:lnTo>
                <a:lnTo>
                  <a:pt x="1056375" y="6303606"/>
                </a:lnTo>
                <a:lnTo>
                  <a:pt x="685288" y="6303606"/>
                </a:lnTo>
                <a:cubicBezTo>
                  <a:pt x="636108" y="6303606"/>
                  <a:pt x="604810" y="6272328"/>
                  <a:pt x="604810" y="6223174"/>
                </a:cubicBezTo>
                <a:lnTo>
                  <a:pt x="604810" y="5584182"/>
                </a:lnTo>
                <a:lnTo>
                  <a:pt x="1056375" y="5584182"/>
                </a:lnTo>
                <a:lnTo>
                  <a:pt x="1056375" y="5383099"/>
                </a:lnTo>
                <a:lnTo>
                  <a:pt x="604810" y="5383099"/>
                </a:lnTo>
                <a:lnTo>
                  <a:pt x="604810" y="5061369"/>
                </a:lnTo>
                <a:close/>
                <a:moveTo>
                  <a:pt x="0" y="0"/>
                </a:moveTo>
                <a:lnTo>
                  <a:pt x="4948800" y="0"/>
                </a:lnTo>
                <a:lnTo>
                  <a:pt x="4948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599" y="345600"/>
            <a:ext cx="6555600" cy="2746800"/>
          </a:xfrm>
        </p:spPr>
        <p:txBody>
          <a:bodyPr anchor="b"/>
          <a:lstStyle>
            <a:lvl1pPr algn="l">
              <a:defRPr sz="60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5599" y="3438000"/>
            <a:ext cx="6555600" cy="954000"/>
          </a:xfrm>
        </p:spPr>
        <p:txBody>
          <a:bodyPr>
            <a:noAutofit/>
          </a:bodyPr>
          <a:lstStyle>
            <a:lvl1pPr marL="0" indent="0" algn="l">
              <a:buNone/>
              <a:defRPr sz="2200" b="0">
                <a:solidFill>
                  <a:schemeClr val="accent3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5299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FAD3513-56F3-CED1-705B-43DBC549AA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EDB5A342-2DAD-852F-C8CC-3B7ACE762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2800" y="0"/>
            <a:ext cx="4370400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1320800"/>
            <a:ext cx="6901200" cy="4218678"/>
          </a:xfrm>
        </p:spPr>
        <p:txBody>
          <a:bodyPr anchor="ctr"/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tieto logo">
            <a:extLst>
              <a:ext uri="{FF2B5EF4-FFF2-40B4-BE49-F238E27FC236}">
                <a16:creationId xmlns:a16="http://schemas.microsoft.com/office/drawing/2014/main" id="{8B7E46C1-02FB-11DC-CF89-A81883328EB3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4E574582-6BA7-D910-0FB2-8C0782F8EA6A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E51D5-29C6-C233-A237-609421AEAB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93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4" userDrawn="1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 hidden="1">
            <a:extLst>
              <a:ext uri="{FF2B5EF4-FFF2-40B4-BE49-F238E27FC236}">
                <a16:creationId xmlns:a16="http://schemas.microsoft.com/office/drawing/2014/main" id="{60343ED0-EB2F-3922-572B-6E8B05D62B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515E2394-6336-1C51-C1C0-8F789E0BE9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2800" y="0"/>
            <a:ext cx="4370400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88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1320800"/>
            <a:ext cx="6901200" cy="4220000"/>
          </a:xfrm>
        </p:spPr>
        <p:txBody>
          <a:bodyPr anchor="ctr"/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3" name="tieto logo">
            <a:extLst>
              <a:ext uri="{FF2B5EF4-FFF2-40B4-BE49-F238E27FC236}">
                <a16:creationId xmlns:a16="http://schemas.microsoft.com/office/drawing/2014/main" id="{93479982-A94A-1A08-2EAE-8547919BDD8E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tx1"/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E4863983-8E46-05EA-76F3-E023BCB654DC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77B913B-5855-3C5E-6DB4-F816C4BD4F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082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 hidden="1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1" y="2469092"/>
            <a:ext cx="4405788" cy="1919817"/>
          </a:xfrm>
        </p:spPr>
        <p:txBody>
          <a:bodyPr anchor="ctr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BEAFDE7-74A2-96A9-1EF8-4F34AAA0588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183718" y="344488"/>
            <a:ext cx="4368799" cy="6169024"/>
          </a:xfrm>
        </p:spPr>
        <p:txBody>
          <a:bodyPr anchor="ctr" anchorCtr="0">
            <a:noAutofit/>
          </a:bodyPr>
          <a:lstStyle>
            <a:lvl1pPr marL="320400" indent="-32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1pPr>
            <a:lvl2pPr marL="543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3pPr>
            <a:lvl4pPr marL="9216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4pPr>
            <a:lvl5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5pPr>
            <a:lvl6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6pPr>
            <a:lvl7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7pPr>
            <a:lvl8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8pPr>
            <a:lvl9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5" name="tieto logo">
            <a:extLst>
              <a:ext uri="{FF2B5EF4-FFF2-40B4-BE49-F238E27FC236}">
                <a16:creationId xmlns:a16="http://schemas.microsoft.com/office/drawing/2014/main" id="{064EF2CD-EB93-6A62-D0C0-6D68075DD090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2D10513F-72AC-6836-8B4B-9E343100C256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8147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5" userDrawn="1">
          <p15:clr>
            <a:srgbClr val="A4A3A4"/>
          </p15:clr>
        </p15:guide>
        <p15:guide id="3" pos="6017" userDrawn="1">
          <p15:clr>
            <a:srgbClr val="A4A3A4"/>
          </p15:clr>
        </p15:guide>
        <p15:guide id="4" pos="2993" userDrawn="1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9D94AE35-CEFC-CE8F-52E3-DE6FAC3252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6" name="Footer Placeholder 5" hidden="1">
            <a:extLst>
              <a:ext uri="{FF2B5EF4-FFF2-40B4-BE49-F238E27FC236}">
                <a16:creationId xmlns:a16="http://schemas.microsoft.com/office/drawing/2014/main" id="{CB3F07E2-E8A2-9980-AEFF-326C932157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2469092"/>
            <a:ext cx="4405788" cy="1919817"/>
          </a:xfrm>
        </p:spPr>
        <p:txBody>
          <a:bodyPr anchor="ctr"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3D19A7C5-AC4C-1A36-1AE8-38636BB543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183718" y="344488"/>
            <a:ext cx="4368799" cy="6169024"/>
          </a:xfrm>
        </p:spPr>
        <p:txBody>
          <a:bodyPr anchor="ctr" anchorCtr="0">
            <a:noAutofit/>
          </a:bodyPr>
          <a:lstStyle>
            <a:lvl1pPr marL="320400" indent="-3204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1pPr>
            <a:lvl2pPr marL="5436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2pPr>
            <a:lvl3pPr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3pPr>
            <a:lvl4pPr marL="921600" indent="-2304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4pPr>
            <a:lvl5pPr marL="1152000" indent="-2304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5pPr>
            <a:lvl6pPr marL="1152000" indent="-2304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6pPr>
            <a:lvl7pPr marL="1152000" indent="-2304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7pPr>
            <a:lvl8pPr marL="1152000" indent="-2304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8pPr>
            <a:lvl9pPr marL="1152000" indent="-230400">
              <a:buClr>
                <a:schemeClr val="accent3"/>
              </a:buClr>
              <a:buFont typeface="+mj-lt"/>
              <a:buAutoNum type="arabicPeriod"/>
              <a:defRPr sz="140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72BB6-D857-A331-41BB-F449CD027F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0148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5">
          <p15:clr>
            <a:srgbClr val="A4A3A4"/>
          </p15:clr>
        </p15:guide>
        <p15:guide id="3" pos="6017">
          <p15:clr>
            <a:srgbClr val="A4A3A4"/>
          </p15:clr>
        </p15:guide>
        <p15:guide id="4" pos="2993">
          <p15:clr>
            <a:srgbClr val="A4A3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141AAF2B-F13A-23DC-DA5F-F8F818AB0F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DA26D7A9-9908-4CB9-5D3C-B58831F9F0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2469093"/>
            <a:ext cx="4405788" cy="1919817"/>
          </a:xfrm>
        </p:spPr>
        <p:txBody>
          <a:bodyPr anchor="ctr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96215C74-B30E-5EE7-7769-882E8F5AF1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183718" y="344488"/>
            <a:ext cx="4368799" cy="6169024"/>
          </a:xfrm>
        </p:spPr>
        <p:txBody>
          <a:bodyPr anchor="ctr" anchorCtr="0">
            <a:noAutofit/>
          </a:bodyPr>
          <a:lstStyle>
            <a:lvl1pPr marL="320400" indent="-32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1pPr>
            <a:lvl2pPr marL="5436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3pPr>
            <a:lvl4pPr marL="9216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4pPr>
            <a:lvl5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5pPr>
            <a:lvl6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6pPr>
            <a:lvl7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7pPr>
            <a:lvl8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8pPr>
            <a:lvl9pPr marL="1152000" indent="-230400">
              <a:buClr>
                <a:schemeClr val="accent5"/>
              </a:buClr>
              <a:buFont typeface="+mj-lt"/>
              <a:buAutoNum type="arabicPeriod"/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eto logo">
            <a:extLst>
              <a:ext uri="{FF2B5EF4-FFF2-40B4-BE49-F238E27FC236}">
                <a16:creationId xmlns:a16="http://schemas.microsoft.com/office/drawing/2014/main" id="{8A719C4F-5694-72AE-F049-67DF65793102}"/>
              </a:ext>
            </a:extLst>
          </p:cNvPr>
          <p:cNvSpPr/>
          <p:nvPr userDrawn="1"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bg1"/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4C867619-F2D2-E3A4-5DBA-197C6A77A27C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6BAC5-71E0-81A6-A0D6-34B025EB2A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950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5">
          <p15:clr>
            <a:srgbClr val="A4A3A4"/>
          </p15:clr>
        </p15:guide>
        <p15:guide id="3" pos="6017">
          <p15:clr>
            <a:srgbClr val="A4A3A4"/>
          </p15:clr>
        </p15:guide>
        <p15:guide id="4" pos="2993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A64748B2-AB5B-F2DF-388B-D32A5340C6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6" name="Footer Placeholder 5" hidden="1">
            <a:extLst>
              <a:ext uri="{FF2B5EF4-FFF2-40B4-BE49-F238E27FC236}">
                <a16:creationId xmlns:a16="http://schemas.microsoft.com/office/drawing/2014/main" id="{B61AA9A0-FDAE-C138-2F6C-83A17EFAD4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5125983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A3D7CAB-B498-EB1A-529D-E46701A4CA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5600" y="1321200"/>
            <a:ext cx="5125985" cy="4680000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33F71-F64F-7C99-FEE2-6893CC30E9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722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40">
          <p15:clr>
            <a:srgbClr val="A4A3A4"/>
          </p15:clr>
        </p15:guide>
        <p15:guide id="4" pos="3446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489EA5DB-AD78-0EC6-090B-CCE300A110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6" name="Footer Placeholder 5" hidden="1">
            <a:extLst>
              <a:ext uri="{FF2B5EF4-FFF2-40B4-BE49-F238E27FC236}">
                <a16:creationId xmlns:a16="http://schemas.microsoft.com/office/drawing/2014/main" id="{AE802346-D680-F60B-0A17-FD2996D08A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71434" y="0"/>
            <a:ext cx="7920567" cy="6858000"/>
          </a:xfrm>
          <a:solidFill>
            <a:schemeClr val="bg1">
              <a:lumMod val="75000"/>
            </a:schemeClr>
          </a:solidFill>
        </p:spPr>
        <p:txBody>
          <a:bodyPr tIns="72000" anchor="t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3589813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58AF73A-4E24-399F-C4E1-8CD71F4567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5600" y="1321200"/>
            <a:ext cx="3589813" cy="4680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4979F3-30C5-879A-A3A8-171F613ACF9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619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79">
          <p15:clr>
            <a:srgbClr val="A4A3A4"/>
          </p15:clr>
        </p15:guide>
        <p15:guide id="4" pos="2691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345600"/>
            <a:ext cx="11498400" cy="802800"/>
          </a:xfrm>
        </p:spPr>
        <p:txBody>
          <a:bodyPr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04E1B7-DFFF-3C01-271C-A2A7160B1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00" y="1321200"/>
            <a:ext cx="4820400" cy="4680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67ED90B-DDEC-838C-E0CE-7E554873B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8000" y="1321200"/>
            <a:ext cx="4820400" cy="4680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561">
          <p15:clr>
            <a:srgbClr val="A4A3A4"/>
          </p15:clr>
        </p15:guide>
        <p15:guide id="4" pos="3254">
          <p15:clr>
            <a:srgbClr val="A4A3A4"/>
          </p15:clr>
        </p15:guide>
        <p15:guide id="5" pos="3526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090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560">
          <p15:clr>
            <a:srgbClr val="A4A3A4"/>
          </p15:clr>
        </p15:guide>
        <p15:guide id="4" pos="3254">
          <p15:clr>
            <a:srgbClr val="A4A3A4"/>
          </p15:clr>
        </p15:guide>
        <p15:guide id="6" pos="3526">
          <p15:clr>
            <a:srgbClr val="A4A3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600" y="344488"/>
            <a:ext cx="5907600" cy="3331112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CE2EDB13-DE00-FEE2-A3F5-C29D0CABD1B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5600" y="6000751"/>
            <a:ext cx="5904000" cy="562380"/>
          </a:xfr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1pPr>
            <a:lvl2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2pPr>
            <a:lvl3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3pPr>
            <a:lvl4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4pPr>
            <a:lvl5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5pPr>
            <a:lvl6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6pPr>
            <a:lvl7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7pPr>
            <a:lvl8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8pPr>
            <a:lvl9pPr marL="0" indent="0">
              <a:buFontTx/>
              <a:buNone/>
              <a:defRPr sz="1400">
                <a:solidFill>
                  <a:schemeClr val="accent5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3" name="Logo tieto">
            <a:extLst>
              <a:ext uri="{FF2B5EF4-FFF2-40B4-BE49-F238E27FC236}">
                <a16:creationId xmlns:a16="http://schemas.microsoft.com/office/drawing/2014/main" id="{6C50CE26-8528-290B-41AE-2215E02BE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9683004" y="5771156"/>
            <a:ext cx="2160522" cy="7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9" userDrawn="1">
          <p15:clr>
            <a:srgbClr val="A4A3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E31836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478079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1">
                <a:solidFill>
                  <a:schemeClr val="bg1"/>
                </a:solidFill>
              </a:rPr>
              <a:t>If you see any </a:t>
            </a:r>
            <a:r>
              <a:rPr lang="en-GB" sz="4400" b="1" i="1" noProof="1">
                <a:solidFill>
                  <a:schemeClr val="bg1"/>
                </a:solidFill>
              </a:rPr>
              <a:t>layouts after this one,</a:t>
            </a:r>
            <a:br>
              <a:rPr lang="en-GB" sz="4400" b="0" i="0" noProof="1">
                <a:solidFill>
                  <a:schemeClr val="bg1"/>
                </a:solidFill>
              </a:rPr>
            </a:br>
            <a:r>
              <a:rPr lang="en-GB" sz="4400" b="0" noProof="1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1">
                <a:solidFill>
                  <a:schemeClr val="bg1"/>
                </a:solidFill>
              </a:rPr>
              <a:t>are not </a:t>
            </a:r>
            <a:r>
              <a:rPr lang="en-GB" sz="4400" b="0" noProof="1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1">
                <a:solidFill>
                  <a:schemeClr val="bg1"/>
                </a:solidFill>
              </a:rPr>
            </a:br>
            <a:br>
              <a:rPr lang="en-GB" sz="2800" b="0" noProof="1">
                <a:solidFill>
                  <a:schemeClr val="bg1"/>
                </a:solidFill>
              </a:rPr>
            </a:br>
            <a:endParaRPr lang="en-GB" sz="2800" b="0" noProof="1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0" b="1" i="1" noProof="1">
                <a:solidFill>
                  <a:schemeClr val="bg1"/>
                </a:solidFill>
              </a:rPr>
              <a:t>Do not use</a:t>
            </a:r>
            <a:endParaRPr lang="en-GB" sz="15000" b="1" i="1" noProof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438767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1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1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1">
                <a:solidFill>
                  <a:schemeClr val="bg1"/>
                </a:solidFill>
              </a:rPr>
            </a:br>
            <a:endParaRPr lang="en-GB" sz="1800" b="0" noProof="1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CEC4D37C-63FB-4E1A-BC74-692D8379CE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366F5624-9F93-4886-AA21-F80917985E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0133CC86-1DF2-4DA7-8C09-65C8A51A6F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375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ags" Target="../tags/tag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600" y="344488"/>
            <a:ext cx="11499267" cy="8031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600" y="1321096"/>
            <a:ext cx="11499267" cy="468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Level 1, Tieto Sans 16</a:t>
            </a:r>
          </a:p>
          <a:p>
            <a:pPr lvl="1"/>
            <a:r>
              <a:rPr lang="en-GB" dirty="0"/>
              <a:t>Level 2, Tieto Sans 16</a:t>
            </a:r>
          </a:p>
          <a:p>
            <a:pPr lvl="2"/>
            <a:r>
              <a:rPr lang="en-GB" dirty="0"/>
              <a:t>Level 3, Tieto Sans 16</a:t>
            </a:r>
          </a:p>
          <a:p>
            <a:pPr lvl="3"/>
            <a:r>
              <a:rPr lang="en-GB" dirty="0"/>
              <a:t>Level 4, Tieto Sans Medium 16</a:t>
            </a:r>
          </a:p>
          <a:p>
            <a:pPr lvl="4"/>
            <a:r>
              <a:rPr lang="en-GB" dirty="0"/>
              <a:t>Level 5, Tieto Sans Medium 16 (Impact blue 500 colour)</a:t>
            </a:r>
          </a:p>
          <a:p>
            <a:pPr lvl="5"/>
            <a:r>
              <a:rPr lang="en-GB" dirty="0"/>
              <a:t>Level 6, Tieto Sans 20 (Boardroom)</a:t>
            </a:r>
          </a:p>
          <a:p>
            <a:pPr lvl="6"/>
            <a:r>
              <a:rPr lang="en-GB" dirty="0"/>
              <a:t>Level 7, Tieto Sans 24 (Classroom)</a:t>
            </a:r>
          </a:p>
          <a:p>
            <a:pPr lvl="7"/>
            <a:r>
              <a:rPr lang="en-GB" dirty="0"/>
              <a:t>Level 8, Tieto Sans 32 (Ballroom)</a:t>
            </a:r>
          </a:p>
          <a:p>
            <a:pPr lvl="8"/>
            <a:r>
              <a:rPr lang="en-GB" dirty="0"/>
              <a:t>Level 9,Tieto Sans 48 (Infographics)</a:t>
            </a:r>
          </a:p>
          <a:p>
            <a:pPr lvl="8"/>
            <a:endParaRPr lang="en-GB" dirty="0"/>
          </a:p>
        </p:txBody>
      </p:sp>
      <p:sp>
        <p:nvSpPr>
          <p:cNvPr id="4" name="Date Placeholder 3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3">
                <a:noFill/>
              </a:defRPr>
            </a:lvl1pPr>
          </a:lstStyle>
          <a:p>
            <a:r>
              <a:rPr lang="en-GB" dirty="0"/>
              <a:t>December 14, 2021</a:t>
            </a:r>
          </a:p>
        </p:txBody>
      </p:sp>
      <p:sp>
        <p:nvSpPr>
          <p:cNvPr id="5" name="Footer Placeholder 4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133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778" y="6534000"/>
            <a:ext cx="422089" cy="1725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 </a:t>
            </a:r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xxLanguageTextBox">
            <a:extLst>
              <a:ext uri="{FF2B5EF4-FFF2-40B4-BE49-F238E27FC236}">
                <a16:creationId xmlns:a16="http://schemas.microsoft.com/office/drawing/2014/main" id="{58F81A98-8A90-4939-8305-1BD77D15340D}"/>
              </a:ext>
            </a:extLst>
          </p:cNvPr>
          <p:cNvSpPr/>
          <p:nvPr userDrawn="1">
            <p:custDataLst>
              <p:tags r:id="rId66"/>
            </p:custDataLst>
          </p:nvPr>
        </p:nvSpPr>
        <p:spPr>
          <a:xfrm>
            <a:off x="0" y="0"/>
            <a:ext cx="16933" cy="1693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7" name="xxLanguageTextBox">
            <a:extLst>
              <a:ext uri="{FF2B5EF4-FFF2-40B4-BE49-F238E27FC236}">
                <a16:creationId xmlns:a16="http://schemas.microsoft.com/office/drawing/2014/main" id="{0BA9C109-60A0-4CD7-8604-CA1350B8399E}"/>
              </a:ext>
            </a:extLst>
          </p:cNvPr>
          <p:cNvSpPr/>
          <p:nvPr userDrawn="1">
            <p:custDataLst>
              <p:tags r:id="rId67"/>
            </p:custDataLst>
          </p:nvPr>
        </p:nvSpPr>
        <p:spPr>
          <a:xfrm>
            <a:off x="0" y="0"/>
            <a:ext cx="16933" cy="16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8" name="xxLanguageTextBox">
            <a:extLst>
              <a:ext uri="{FF2B5EF4-FFF2-40B4-BE49-F238E27FC236}">
                <a16:creationId xmlns:a16="http://schemas.microsoft.com/office/drawing/2014/main" id="{E3424136-D07B-4809-A0D0-DF64A4998C65}"/>
              </a:ext>
            </a:extLst>
          </p:cNvPr>
          <p:cNvSpPr/>
          <p:nvPr userDrawn="1">
            <p:custDataLst>
              <p:tags r:id="rId68"/>
            </p:custDataLst>
          </p:nvPr>
        </p:nvSpPr>
        <p:spPr>
          <a:xfrm>
            <a:off x="0" y="0"/>
            <a:ext cx="16933" cy="16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9" name="xxLanguageTextBox">
            <a:extLst>
              <a:ext uri="{FF2B5EF4-FFF2-40B4-BE49-F238E27FC236}">
                <a16:creationId xmlns:a16="http://schemas.microsoft.com/office/drawing/2014/main" id="{44890CA2-8BA5-4DAF-A661-773C108C9506}"/>
              </a:ext>
            </a:extLst>
          </p:cNvPr>
          <p:cNvSpPr/>
          <p:nvPr userDrawn="1">
            <p:custDataLst>
              <p:tags r:id="rId69"/>
            </p:custDataLst>
          </p:nvPr>
        </p:nvSpPr>
        <p:spPr>
          <a:xfrm>
            <a:off x="0" y="0"/>
            <a:ext cx="16933" cy="16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10" name="xxLanguageTextBox">
            <a:extLst>
              <a:ext uri="{FF2B5EF4-FFF2-40B4-BE49-F238E27FC236}">
                <a16:creationId xmlns:a16="http://schemas.microsoft.com/office/drawing/2014/main" id="{E61FCD24-C515-4CE0-8F76-ED33AB0DF48C}"/>
              </a:ext>
            </a:extLst>
          </p:cNvPr>
          <p:cNvSpPr/>
          <p:nvPr userDrawn="1">
            <p:custDataLst>
              <p:tags r:id="rId70"/>
            </p:custDataLst>
          </p:nvPr>
        </p:nvSpPr>
        <p:spPr>
          <a:xfrm>
            <a:off x="0" y="0"/>
            <a:ext cx="16933" cy="16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14" name="Footer Placeholder 4" hidden="1">
            <a:extLst>
              <a:ext uri="{FF2B5EF4-FFF2-40B4-BE49-F238E27FC236}">
                <a16:creationId xmlns:a16="http://schemas.microsoft.com/office/drawing/2014/main" id="{5456088F-49E2-2EBA-E68D-E5E4223D308E}"/>
              </a:ext>
            </a:extLst>
          </p:cNvPr>
          <p:cNvSpPr txBox="1">
            <a:spLocks/>
          </p:cNvSpPr>
          <p:nvPr userDrawn="1"/>
        </p:nvSpPr>
        <p:spPr>
          <a:xfrm>
            <a:off x="345600" y="202142"/>
            <a:ext cx="680365" cy="172509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dirty="0">
                <a:latin typeface="+mn-lt"/>
              </a:rPr>
              <a:t>Tieto</a:t>
            </a:r>
          </a:p>
        </p:txBody>
      </p:sp>
      <p:sp>
        <p:nvSpPr>
          <p:cNvPr id="12" name="Classification dynamic" descr="{&quot;templafy&quot;:{&quot;type&quot;:&quot;text&quot;,&quot;binding&quot;:&quot;{{Form.Classification.Classification}}&quot;}}">
            <a:extLst>
              <a:ext uri="{FF2B5EF4-FFF2-40B4-BE49-F238E27FC236}">
                <a16:creationId xmlns:a16="http://schemas.microsoft.com/office/drawing/2014/main" id="{F67139F2-7F02-2D74-5AD1-FE47348563CB}"/>
              </a:ext>
            </a:extLst>
          </p:cNvPr>
          <p:cNvSpPr/>
          <p:nvPr userDrawn="1"/>
        </p:nvSpPr>
        <p:spPr>
          <a:xfrm>
            <a:off x="1374161" y="6534000"/>
            <a:ext cx="2592000" cy="17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endParaRPr lang="en-GB" sz="800" kern="120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ieto logo">
            <a:extLst>
              <a:ext uri="{FF2B5EF4-FFF2-40B4-BE49-F238E27FC236}">
                <a16:creationId xmlns:a16="http://schemas.microsoft.com/office/drawing/2014/main" id="{842E6DB9-1654-606C-9DEC-5AAF00C0C3E0}"/>
              </a:ext>
            </a:extLst>
          </p:cNvPr>
          <p:cNvSpPr/>
          <p:nvPr/>
        </p:nvSpPr>
        <p:spPr>
          <a:xfrm>
            <a:off x="347179" y="6552000"/>
            <a:ext cx="293394" cy="100185"/>
          </a:xfrm>
          <a:custGeom>
            <a:avLst/>
            <a:gdLst>
              <a:gd name="csX0" fmla="*/ 59422 w 293394"/>
              <a:gd name="csY0" fmla="*/ 0 h 100185"/>
              <a:gd name="csX1" fmla="*/ 59422 w 293394"/>
              <a:gd name="csY1" fmla="*/ 15461 h 100185"/>
              <a:gd name="csX2" fmla="*/ 76444 w 293394"/>
              <a:gd name="csY2" fmla="*/ 15461 h 100185"/>
              <a:gd name="csX3" fmla="*/ 76444 w 293394"/>
              <a:gd name="csY3" fmla="*/ 0 h 100185"/>
              <a:gd name="csX4" fmla="*/ 59422 w 293394"/>
              <a:gd name="csY4" fmla="*/ 0 h 100185"/>
              <a:gd name="csX5" fmla="*/ 104607 w 293394"/>
              <a:gd name="csY5" fmla="*/ 59833 h 100185"/>
              <a:gd name="csX6" fmla="*/ 104607 w 293394"/>
              <a:gd name="csY6" fmla="*/ 41126 h 100185"/>
              <a:gd name="csX7" fmla="*/ 110178 w 293394"/>
              <a:gd name="csY7" fmla="*/ 35560 h 100185"/>
              <a:gd name="csX8" fmla="*/ 133544 w 293394"/>
              <a:gd name="csY8" fmla="*/ 35560 h 100185"/>
              <a:gd name="csX9" fmla="*/ 138186 w 293394"/>
              <a:gd name="csY9" fmla="*/ 40043 h 100185"/>
              <a:gd name="csX10" fmla="*/ 134937 w 293394"/>
              <a:gd name="csY10" fmla="*/ 44991 h 100185"/>
              <a:gd name="csX11" fmla="*/ 104607 w 293394"/>
              <a:gd name="csY11" fmla="*/ 59833 h 100185"/>
              <a:gd name="csX12" fmla="*/ 104607 w 293394"/>
              <a:gd name="csY12" fmla="*/ 80396 h 100185"/>
              <a:gd name="csX13" fmla="*/ 104607 w 293394"/>
              <a:gd name="csY13" fmla="*/ 75912 h 100185"/>
              <a:gd name="csX14" fmla="*/ 143293 w 293394"/>
              <a:gd name="csY14" fmla="*/ 57050 h 100185"/>
              <a:gd name="csX15" fmla="*/ 155208 w 293394"/>
              <a:gd name="csY15" fmla="*/ 39579 h 100185"/>
              <a:gd name="csX16" fmla="*/ 136020 w 293394"/>
              <a:gd name="csY16" fmla="*/ 21645 h 100185"/>
              <a:gd name="csX17" fmla="*/ 107702 w 293394"/>
              <a:gd name="csY17" fmla="*/ 21645 h 100185"/>
              <a:gd name="csX18" fmla="*/ 87585 w 293394"/>
              <a:gd name="csY18" fmla="*/ 41744 h 100185"/>
              <a:gd name="csX19" fmla="*/ 87585 w 293394"/>
              <a:gd name="csY19" fmla="*/ 79777 h 100185"/>
              <a:gd name="csX20" fmla="*/ 107702 w 293394"/>
              <a:gd name="csY20" fmla="*/ 99876 h 100185"/>
              <a:gd name="csX21" fmla="*/ 153970 w 293394"/>
              <a:gd name="csY21" fmla="*/ 99876 h 100185"/>
              <a:gd name="csX22" fmla="*/ 153970 w 293394"/>
              <a:gd name="csY22" fmla="*/ 85962 h 100185"/>
              <a:gd name="csX23" fmla="*/ 110178 w 293394"/>
              <a:gd name="csY23" fmla="*/ 85962 h 100185"/>
              <a:gd name="csX24" fmla="*/ 104607 w 293394"/>
              <a:gd name="csY24" fmla="*/ 80396 h 100185"/>
              <a:gd name="csX25" fmla="*/ 59422 w 293394"/>
              <a:gd name="csY25" fmla="*/ 22263 h 100185"/>
              <a:gd name="csX26" fmla="*/ 59422 w 293394"/>
              <a:gd name="csY26" fmla="*/ 99876 h 100185"/>
              <a:gd name="csX27" fmla="*/ 76444 w 293394"/>
              <a:gd name="csY27" fmla="*/ 99876 h 100185"/>
              <a:gd name="csX28" fmla="*/ 76444 w 293394"/>
              <a:gd name="csY28" fmla="*/ 22263 h 100185"/>
              <a:gd name="csX29" fmla="*/ 59422 w 293394"/>
              <a:gd name="csY29" fmla="*/ 22263 h 100185"/>
              <a:gd name="csX30" fmla="*/ 48280 w 293394"/>
              <a:gd name="csY30" fmla="*/ 99876 h 100185"/>
              <a:gd name="csX31" fmla="*/ 48280 w 293394"/>
              <a:gd name="csY31" fmla="*/ 85962 h 100185"/>
              <a:gd name="csX32" fmla="*/ 22593 w 293394"/>
              <a:gd name="csY32" fmla="*/ 85962 h 100185"/>
              <a:gd name="csX33" fmla="*/ 17022 w 293394"/>
              <a:gd name="csY33" fmla="*/ 80396 h 100185"/>
              <a:gd name="csX34" fmla="*/ 17022 w 293394"/>
              <a:gd name="csY34" fmla="*/ 36178 h 100185"/>
              <a:gd name="csX35" fmla="*/ 48280 w 293394"/>
              <a:gd name="csY35" fmla="*/ 36178 h 100185"/>
              <a:gd name="csX36" fmla="*/ 48280 w 293394"/>
              <a:gd name="csY36" fmla="*/ 22263 h 100185"/>
              <a:gd name="csX37" fmla="*/ 17022 w 293394"/>
              <a:gd name="csY37" fmla="*/ 22263 h 100185"/>
              <a:gd name="csX38" fmla="*/ 17022 w 293394"/>
              <a:gd name="csY38" fmla="*/ 0 h 100185"/>
              <a:gd name="csX39" fmla="*/ 15939 w 293394"/>
              <a:gd name="csY39" fmla="*/ 0 h 100185"/>
              <a:gd name="csX40" fmla="*/ 0 w 293394"/>
              <a:gd name="csY40" fmla="*/ 7730 h 100185"/>
              <a:gd name="csX41" fmla="*/ 0 w 293394"/>
              <a:gd name="csY41" fmla="*/ 79777 h 100185"/>
              <a:gd name="csX42" fmla="*/ 20117 w 293394"/>
              <a:gd name="csY42" fmla="*/ 99876 h 100185"/>
              <a:gd name="csX43" fmla="*/ 48280 w 293394"/>
              <a:gd name="csY43" fmla="*/ 99876 h 100185"/>
              <a:gd name="csX44" fmla="*/ 273278 w 293394"/>
              <a:gd name="csY44" fmla="*/ 21645 h 100185"/>
              <a:gd name="csX45" fmla="*/ 242329 w 293394"/>
              <a:gd name="csY45" fmla="*/ 21645 h 100185"/>
              <a:gd name="csX46" fmla="*/ 222212 w 293394"/>
              <a:gd name="csY46" fmla="*/ 41744 h 100185"/>
              <a:gd name="csX47" fmla="*/ 222212 w 293394"/>
              <a:gd name="csY47" fmla="*/ 80087 h 100185"/>
              <a:gd name="csX48" fmla="*/ 242329 w 293394"/>
              <a:gd name="csY48" fmla="*/ 100185 h 100185"/>
              <a:gd name="csX49" fmla="*/ 273278 w 293394"/>
              <a:gd name="csY49" fmla="*/ 100185 h 100185"/>
              <a:gd name="csX50" fmla="*/ 293395 w 293394"/>
              <a:gd name="csY50" fmla="*/ 80087 h 100185"/>
              <a:gd name="csX51" fmla="*/ 293395 w 293394"/>
              <a:gd name="csY51" fmla="*/ 41744 h 100185"/>
              <a:gd name="csX52" fmla="*/ 273278 w 293394"/>
              <a:gd name="csY52" fmla="*/ 21645 h 100185"/>
              <a:gd name="csX53" fmla="*/ 276373 w 293394"/>
              <a:gd name="csY53" fmla="*/ 41126 h 100185"/>
              <a:gd name="csX54" fmla="*/ 276373 w 293394"/>
              <a:gd name="csY54" fmla="*/ 80705 h 100185"/>
              <a:gd name="csX55" fmla="*/ 270802 w 293394"/>
              <a:gd name="csY55" fmla="*/ 86271 h 100185"/>
              <a:gd name="csX56" fmla="*/ 244805 w 293394"/>
              <a:gd name="csY56" fmla="*/ 86271 h 100185"/>
              <a:gd name="csX57" fmla="*/ 239234 w 293394"/>
              <a:gd name="csY57" fmla="*/ 80705 h 100185"/>
              <a:gd name="csX58" fmla="*/ 239234 w 293394"/>
              <a:gd name="csY58" fmla="*/ 41126 h 100185"/>
              <a:gd name="csX59" fmla="*/ 244805 w 293394"/>
              <a:gd name="csY59" fmla="*/ 35560 h 100185"/>
              <a:gd name="csX60" fmla="*/ 270802 w 293394"/>
              <a:gd name="csY60" fmla="*/ 35560 h 100185"/>
              <a:gd name="csX61" fmla="*/ 276373 w 293394"/>
              <a:gd name="csY61" fmla="*/ 41126 h 100185"/>
              <a:gd name="csX62" fmla="*/ 213547 w 293394"/>
              <a:gd name="csY62" fmla="*/ 99876 h 100185"/>
              <a:gd name="csX63" fmla="*/ 213547 w 293394"/>
              <a:gd name="csY63" fmla="*/ 85962 h 100185"/>
              <a:gd name="csX64" fmla="*/ 187859 w 293394"/>
              <a:gd name="csY64" fmla="*/ 85962 h 100185"/>
              <a:gd name="csX65" fmla="*/ 182288 w 293394"/>
              <a:gd name="csY65" fmla="*/ 80396 h 100185"/>
              <a:gd name="csX66" fmla="*/ 182288 w 293394"/>
              <a:gd name="csY66" fmla="*/ 36178 h 100185"/>
              <a:gd name="csX67" fmla="*/ 213547 w 293394"/>
              <a:gd name="csY67" fmla="*/ 36178 h 100185"/>
              <a:gd name="csX68" fmla="*/ 213547 w 293394"/>
              <a:gd name="csY68" fmla="*/ 22263 h 100185"/>
              <a:gd name="csX69" fmla="*/ 182288 w 293394"/>
              <a:gd name="csY69" fmla="*/ 22263 h 100185"/>
              <a:gd name="csX70" fmla="*/ 182288 w 293394"/>
              <a:gd name="csY70" fmla="*/ 0 h 100185"/>
              <a:gd name="csX71" fmla="*/ 181205 w 293394"/>
              <a:gd name="csY71" fmla="*/ 0 h 100185"/>
              <a:gd name="csX72" fmla="*/ 165267 w 293394"/>
              <a:gd name="csY72" fmla="*/ 7730 h 100185"/>
              <a:gd name="csX73" fmla="*/ 165267 w 293394"/>
              <a:gd name="csY73" fmla="*/ 79777 h 100185"/>
              <a:gd name="csX74" fmla="*/ 185383 w 293394"/>
              <a:gd name="csY74" fmla="*/ 99876 h 100185"/>
              <a:gd name="csX75" fmla="*/ 213547 w 293394"/>
              <a:gd name="csY75" fmla="*/ 99876 h 100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</a:cxnLst>
            <a:rect l="l" t="t" r="r" b="b"/>
            <a:pathLst>
              <a:path w="293394" h="100185">
                <a:moveTo>
                  <a:pt x="59422" y="0"/>
                </a:moveTo>
                <a:lnTo>
                  <a:pt x="59422" y="15461"/>
                </a:lnTo>
                <a:lnTo>
                  <a:pt x="76444" y="15461"/>
                </a:lnTo>
                <a:lnTo>
                  <a:pt x="76444" y="0"/>
                </a:lnTo>
                <a:lnTo>
                  <a:pt x="59422" y="0"/>
                </a:lnTo>
                <a:close/>
                <a:moveTo>
                  <a:pt x="104607" y="59833"/>
                </a:moveTo>
                <a:lnTo>
                  <a:pt x="104607" y="41126"/>
                </a:lnTo>
                <a:cubicBezTo>
                  <a:pt x="104607" y="37724"/>
                  <a:pt x="106773" y="35560"/>
                  <a:pt x="110178" y="35560"/>
                </a:cubicBezTo>
                <a:lnTo>
                  <a:pt x="133544" y="35560"/>
                </a:lnTo>
                <a:cubicBezTo>
                  <a:pt x="136639" y="35560"/>
                  <a:pt x="138186" y="37415"/>
                  <a:pt x="138186" y="40043"/>
                </a:cubicBezTo>
                <a:cubicBezTo>
                  <a:pt x="138186" y="42826"/>
                  <a:pt x="136948" y="43908"/>
                  <a:pt x="134937" y="44991"/>
                </a:cubicBezTo>
                <a:lnTo>
                  <a:pt x="104607" y="59833"/>
                </a:lnTo>
                <a:close/>
                <a:moveTo>
                  <a:pt x="104607" y="80396"/>
                </a:moveTo>
                <a:lnTo>
                  <a:pt x="104607" y="75912"/>
                </a:lnTo>
                <a:lnTo>
                  <a:pt x="143293" y="57050"/>
                </a:lnTo>
                <a:cubicBezTo>
                  <a:pt x="152268" y="52721"/>
                  <a:pt x="155208" y="47774"/>
                  <a:pt x="155208" y="39579"/>
                </a:cubicBezTo>
                <a:cubicBezTo>
                  <a:pt x="155208" y="29994"/>
                  <a:pt x="148245" y="21645"/>
                  <a:pt x="136020" y="21645"/>
                </a:cubicBezTo>
                <a:lnTo>
                  <a:pt x="107702" y="21645"/>
                </a:lnTo>
                <a:cubicBezTo>
                  <a:pt x="96251" y="21645"/>
                  <a:pt x="87585" y="30303"/>
                  <a:pt x="87585" y="41744"/>
                </a:cubicBezTo>
                <a:lnTo>
                  <a:pt x="87585" y="79777"/>
                </a:lnTo>
                <a:cubicBezTo>
                  <a:pt x="87585" y="91218"/>
                  <a:pt x="96251" y="99876"/>
                  <a:pt x="107702" y="99876"/>
                </a:cubicBezTo>
                <a:lnTo>
                  <a:pt x="153970" y="99876"/>
                </a:lnTo>
                <a:lnTo>
                  <a:pt x="153970" y="85962"/>
                </a:lnTo>
                <a:lnTo>
                  <a:pt x="110178" y="85962"/>
                </a:lnTo>
                <a:cubicBezTo>
                  <a:pt x="106773" y="85962"/>
                  <a:pt x="104607" y="83797"/>
                  <a:pt x="104607" y="80396"/>
                </a:cubicBezTo>
                <a:close/>
                <a:moveTo>
                  <a:pt x="59422" y="22263"/>
                </a:moveTo>
                <a:lnTo>
                  <a:pt x="59422" y="99876"/>
                </a:lnTo>
                <a:lnTo>
                  <a:pt x="76444" y="99876"/>
                </a:lnTo>
                <a:lnTo>
                  <a:pt x="76444" y="22263"/>
                </a:lnTo>
                <a:lnTo>
                  <a:pt x="59422" y="22263"/>
                </a:lnTo>
                <a:close/>
                <a:moveTo>
                  <a:pt x="48280" y="99876"/>
                </a:moveTo>
                <a:lnTo>
                  <a:pt x="48280" y="85962"/>
                </a:lnTo>
                <a:lnTo>
                  <a:pt x="22593" y="85962"/>
                </a:lnTo>
                <a:cubicBezTo>
                  <a:pt x="19188" y="85962"/>
                  <a:pt x="17022" y="83797"/>
                  <a:pt x="17022" y="80396"/>
                </a:cubicBezTo>
                <a:lnTo>
                  <a:pt x="17022" y="36178"/>
                </a:lnTo>
                <a:lnTo>
                  <a:pt x="48280" y="36178"/>
                </a:lnTo>
                <a:lnTo>
                  <a:pt x="48280" y="22263"/>
                </a:lnTo>
                <a:lnTo>
                  <a:pt x="17022" y="22263"/>
                </a:lnTo>
                <a:lnTo>
                  <a:pt x="17022" y="0"/>
                </a:lnTo>
                <a:lnTo>
                  <a:pt x="15939" y="0"/>
                </a:lnTo>
                <a:lnTo>
                  <a:pt x="0" y="7730"/>
                </a:lnTo>
                <a:lnTo>
                  <a:pt x="0" y="79777"/>
                </a:lnTo>
                <a:cubicBezTo>
                  <a:pt x="0" y="91527"/>
                  <a:pt x="8356" y="99876"/>
                  <a:pt x="20117" y="99876"/>
                </a:cubicBezTo>
                <a:lnTo>
                  <a:pt x="48280" y="99876"/>
                </a:lnTo>
                <a:close/>
                <a:moveTo>
                  <a:pt x="273278" y="21645"/>
                </a:moveTo>
                <a:lnTo>
                  <a:pt x="242329" y="21645"/>
                </a:lnTo>
                <a:cubicBezTo>
                  <a:pt x="230878" y="21645"/>
                  <a:pt x="222212" y="30303"/>
                  <a:pt x="222212" y="41744"/>
                </a:cubicBezTo>
                <a:lnTo>
                  <a:pt x="222212" y="80087"/>
                </a:lnTo>
                <a:cubicBezTo>
                  <a:pt x="222212" y="91527"/>
                  <a:pt x="230878" y="100185"/>
                  <a:pt x="242329" y="100185"/>
                </a:cubicBezTo>
                <a:lnTo>
                  <a:pt x="273278" y="100185"/>
                </a:lnTo>
                <a:cubicBezTo>
                  <a:pt x="284729" y="100185"/>
                  <a:pt x="293395" y="91527"/>
                  <a:pt x="293395" y="80087"/>
                </a:cubicBezTo>
                <a:lnTo>
                  <a:pt x="293395" y="41744"/>
                </a:lnTo>
                <a:cubicBezTo>
                  <a:pt x="293395" y="30303"/>
                  <a:pt x="284729" y="21645"/>
                  <a:pt x="273278" y="21645"/>
                </a:cubicBezTo>
                <a:close/>
                <a:moveTo>
                  <a:pt x="276373" y="41126"/>
                </a:moveTo>
                <a:lnTo>
                  <a:pt x="276373" y="80705"/>
                </a:lnTo>
                <a:cubicBezTo>
                  <a:pt x="276373" y="84106"/>
                  <a:pt x="274206" y="86271"/>
                  <a:pt x="270802" y="86271"/>
                </a:cubicBezTo>
                <a:lnTo>
                  <a:pt x="244805" y="86271"/>
                </a:lnTo>
                <a:cubicBezTo>
                  <a:pt x="241401" y="86271"/>
                  <a:pt x="239234" y="84106"/>
                  <a:pt x="239234" y="80705"/>
                </a:cubicBezTo>
                <a:lnTo>
                  <a:pt x="239234" y="41126"/>
                </a:lnTo>
                <a:cubicBezTo>
                  <a:pt x="239234" y="37724"/>
                  <a:pt x="241401" y="35560"/>
                  <a:pt x="244805" y="35560"/>
                </a:cubicBezTo>
                <a:lnTo>
                  <a:pt x="270802" y="35560"/>
                </a:lnTo>
                <a:cubicBezTo>
                  <a:pt x="274206" y="35560"/>
                  <a:pt x="276373" y="37724"/>
                  <a:pt x="276373" y="41126"/>
                </a:cubicBezTo>
                <a:close/>
                <a:moveTo>
                  <a:pt x="213547" y="99876"/>
                </a:moveTo>
                <a:lnTo>
                  <a:pt x="213547" y="85962"/>
                </a:lnTo>
                <a:lnTo>
                  <a:pt x="187859" y="85962"/>
                </a:lnTo>
                <a:cubicBezTo>
                  <a:pt x="184455" y="85962"/>
                  <a:pt x="182288" y="83797"/>
                  <a:pt x="182288" y="80396"/>
                </a:cubicBezTo>
                <a:lnTo>
                  <a:pt x="182288" y="36178"/>
                </a:lnTo>
                <a:lnTo>
                  <a:pt x="213547" y="36178"/>
                </a:lnTo>
                <a:lnTo>
                  <a:pt x="213547" y="22263"/>
                </a:lnTo>
                <a:lnTo>
                  <a:pt x="182288" y="22263"/>
                </a:lnTo>
                <a:lnTo>
                  <a:pt x="182288" y="0"/>
                </a:lnTo>
                <a:lnTo>
                  <a:pt x="181205" y="0"/>
                </a:lnTo>
                <a:lnTo>
                  <a:pt x="165267" y="7730"/>
                </a:lnTo>
                <a:lnTo>
                  <a:pt x="165267" y="79777"/>
                </a:lnTo>
                <a:cubicBezTo>
                  <a:pt x="165267" y="91527"/>
                  <a:pt x="173623" y="99876"/>
                  <a:pt x="185383" y="99876"/>
                </a:cubicBezTo>
                <a:lnTo>
                  <a:pt x="213547" y="9987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302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89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677" r:id="rId2"/>
    <p:sldLayoutId id="2147483661" r:id="rId3"/>
    <p:sldLayoutId id="2147483679" r:id="rId4"/>
    <p:sldLayoutId id="2147483678" r:id="rId5"/>
    <p:sldLayoutId id="2147483700" r:id="rId6"/>
    <p:sldLayoutId id="2147483701" r:id="rId7"/>
    <p:sldLayoutId id="2147483702" r:id="rId8"/>
    <p:sldLayoutId id="2147483724" r:id="rId9"/>
    <p:sldLayoutId id="2147483743" r:id="rId10"/>
    <p:sldLayoutId id="2147483683" r:id="rId11"/>
    <p:sldLayoutId id="2147483687" r:id="rId12"/>
    <p:sldLayoutId id="2147483688" r:id="rId13"/>
    <p:sldLayoutId id="2147483727" r:id="rId14"/>
    <p:sldLayoutId id="2147483772" r:id="rId15"/>
    <p:sldLayoutId id="2147483721" r:id="rId16"/>
    <p:sldLayoutId id="2147483723" r:id="rId17"/>
    <p:sldLayoutId id="2147483722" r:id="rId18"/>
    <p:sldLayoutId id="2147483744" r:id="rId19"/>
    <p:sldLayoutId id="2147483745" r:id="rId20"/>
    <p:sldLayoutId id="2147483788" r:id="rId21"/>
    <p:sldLayoutId id="2147483776" r:id="rId22"/>
    <p:sldLayoutId id="2147483775" r:id="rId23"/>
    <p:sldLayoutId id="2147483777" r:id="rId24"/>
    <p:sldLayoutId id="2147483747" r:id="rId25"/>
    <p:sldLayoutId id="2147483778" r:id="rId26"/>
    <p:sldLayoutId id="2147483779" r:id="rId27"/>
    <p:sldLayoutId id="2147483780" r:id="rId28"/>
    <p:sldLayoutId id="2147483781" r:id="rId29"/>
    <p:sldLayoutId id="2147483782" r:id="rId30"/>
    <p:sldLayoutId id="2147483783" r:id="rId31"/>
    <p:sldLayoutId id="2147483784" r:id="rId32"/>
    <p:sldLayoutId id="2147483675" r:id="rId33"/>
    <p:sldLayoutId id="2147483676" r:id="rId34"/>
    <p:sldLayoutId id="2147483711" r:id="rId35"/>
    <p:sldLayoutId id="2147483710" r:id="rId36"/>
    <p:sldLayoutId id="2147483785" r:id="rId37"/>
    <p:sldLayoutId id="2147483697" r:id="rId38"/>
    <p:sldLayoutId id="2147483786" r:id="rId39"/>
    <p:sldLayoutId id="2147483698" r:id="rId40"/>
    <p:sldLayoutId id="2147483706" r:id="rId41"/>
    <p:sldLayoutId id="2147483753" r:id="rId42"/>
    <p:sldLayoutId id="2147483703" r:id="rId43"/>
    <p:sldLayoutId id="2147483754" r:id="rId44"/>
    <p:sldLayoutId id="2147483729" r:id="rId45"/>
    <p:sldLayoutId id="2147483704" r:id="rId46"/>
    <p:sldLayoutId id="2147483705" r:id="rId47"/>
    <p:sldLayoutId id="2147483741" r:id="rId48"/>
    <p:sldLayoutId id="2147483756" r:id="rId49"/>
    <p:sldLayoutId id="2147483759" r:id="rId50"/>
    <p:sldLayoutId id="2147483761" r:id="rId51"/>
    <p:sldLayoutId id="2147483760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3" r:id="rId62"/>
    <p:sldLayoutId id="2147483774" r:id="rId63"/>
    <p:sldLayoutId id="2147483757" r:id="rId6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60788" indent="-2303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91183" indent="-2303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kern="1200">
          <a:solidFill>
            <a:schemeClr val="accent1"/>
          </a:solidFill>
          <a:latin typeface="Tieto Sans Medium" pitchFamily="2" charset="0"/>
          <a:ea typeface="+mn-ea"/>
          <a:cs typeface="+mn-cs"/>
        </a:defRPr>
      </a:lvl4pPr>
      <a:lvl5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kern="1200">
          <a:solidFill>
            <a:schemeClr val="accent3"/>
          </a:solidFill>
          <a:latin typeface="Tieto Sans Medium" pitchFamily="2" charset="0"/>
          <a:ea typeface="+mn-ea"/>
          <a:cs typeface="+mn-cs"/>
        </a:defRPr>
      </a:lvl5pPr>
      <a:lvl6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3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48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" pos="217" userDrawn="1">
          <p15:clr>
            <a:srgbClr val="A4A3A4"/>
          </p15:clr>
        </p15:guide>
        <p15:guide id="9" orient="horz" pos="217" userDrawn="1">
          <p15:clr>
            <a:srgbClr val="A4A3A4"/>
          </p15:clr>
        </p15:guide>
        <p15:guide id="10" pos="7461" userDrawn="1">
          <p15:clr>
            <a:srgbClr val="A4A3A4"/>
          </p15:clr>
        </p15:guide>
        <p15:guide id="11" orient="horz" pos="4101" userDrawn="1">
          <p15:clr>
            <a:srgbClr val="A4A3A4"/>
          </p15:clr>
        </p15:guide>
        <p15:guide id="14" orient="horz" pos="723" userDrawn="1">
          <p15:clr>
            <a:srgbClr val="A4A3A4"/>
          </p15:clr>
        </p15:guide>
        <p15:guide id="15" orient="horz" pos="832" userDrawn="1">
          <p15:clr>
            <a:srgbClr val="A4A3A4"/>
          </p15:clr>
        </p15:guide>
        <p15:guide id="16" orient="horz" pos="378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1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10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3.svg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6.svg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6.xml"/><Relationship Id="rId6" Type="http://schemas.openxmlformats.org/officeDocument/2006/relationships/image" Target="../media/image20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8.svg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14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0.svg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5.xml"/><Relationship Id="rId6" Type="http://schemas.openxmlformats.org/officeDocument/2006/relationships/image" Target="../media/image29.png"/><Relationship Id="rId5" Type="http://schemas.openxmlformats.org/officeDocument/2006/relationships/image" Target="../media/image26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612F8C-FA25-0824-7BF1-0490C3B942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142125-E3EC-9E1D-E718-CF77F7EF5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6621A96-1C02-A3EA-C993-6C13847D9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3DC478-A930-750B-410E-A0B6DDEB1F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34D209-89D7-6901-CE89-495871CFA2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34097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124480-57D8-E5F2-D8CF-14F5BF90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191850-5FE8-ED8E-58E7-1A613F8E7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DBB51-7924-4F7B-BB65-65697A53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2778" y="6534000"/>
            <a:ext cx="422089" cy="172509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2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5187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DAE82F-10AC-43F1-BDFF-AF3D2C143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600" y="344488"/>
            <a:ext cx="5907600" cy="3331112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29C15-173E-09A9-F4C3-8CE8779A72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EDC9B4-829C-F725-41EA-6C0C09919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2535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E930D-9C14-7417-28C2-05EB62F36B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4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947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8A41-D280-B112-6250-D1D19B86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A6B486A-3DDD-3A4E-8C50-6D201BCF11F5}"/>
              </a:ext>
            </a:extLst>
          </p:cNvPr>
          <p:cNvGrpSpPr/>
          <p:nvPr/>
        </p:nvGrpSpPr>
        <p:grpSpPr>
          <a:xfrm>
            <a:off x="7628400" y="2221200"/>
            <a:ext cx="4561230" cy="2415600"/>
            <a:chOff x="7626738" y="3912027"/>
            <a:chExt cx="4561230" cy="2415600"/>
          </a:xfrm>
          <a:solidFill>
            <a:srgbClr val="F5FF56"/>
          </a:solidFill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2769AEC-C523-B0C5-B48F-D08A06DC2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626738" y="3912027"/>
              <a:ext cx="2415148" cy="24156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C7062C8-F028-D338-C56B-884D05882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772820" y="3912027"/>
              <a:ext cx="2415148" cy="2415600"/>
            </a:xfrm>
            <a:prstGeom prst="rect">
              <a:avLst/>
            </a:prstGeom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9657BCA-A1C6-1E03-0FF0-B0C8265E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237ACB-D112-1C75-5648-C515E5E6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2778" y="6534000"/>
            <a:ext cx="422089" cy="172509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5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2582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7B4CD-7B57-92EF-1CB0-17B893086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8CA75C8-A234-1087-5A94-F7231D180E52}"/>
              </a:ext>
            </a:extLst>
          </p:cNvPr>
          <p:cNvGrpSpPr/>
          <p:nvPr/>
        </p:nvGrpSpPr>
        <p:grpSpPr>
          <a:xfrm>
            <a:off x="7626738" y="2221200"/>
            <a:ext cx="4564800" cy="2415600"/>
            <a:chOff x="7626738" y="2221200"/>
            <a:chExt cx="4564800" cy="2415600"/>
          </a:xfrm>
          <a:solidFill>
            <a:schemeClr val="accent5"/>
          </a:solidFill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B0AECEC-38E6-09F1-F298-678D42E1A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774240" y="2221200"/>
              <a:ext cx="2417298" cy="24156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03A6187-8057-66B0-BE84-6D290F9D4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626738" y="2221200"/>
              <a:ext cx="2417298" cy="2415600"/>
            </a:xfrm>
            <a:prstGeom prst="rect">
              <a:avLst/>
            </a:prstGeom>
          </p:spPr>
        </p:pic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980EF23-9888-F170-4C10-D20DB7A4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23723C-A3A8-DD65-7313-76D877C5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2778" y="6532279"/>
            <a:ext cx="422089" cy="172509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6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2754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5D0E-1207-0136-AA8B-80EDD5EA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2417221-1FD9-0ECD-5A3D-9F4B80A768FA}"/>
              </a:ext>
            </a:extLst>
          </p:cNvPr>
          <p:cNvGrpSpPr/>
          <p:nvPr/>
        </p:nvGrpSpPr>
        <p:grpSpPr>
          <a:xfrm>
            <a:off x="7626738" y="2221200"/>
            <a:ext cx="4563102" cy="2415600"/>
            <a:chOff x="7626738" y="2221200"/>
            <a:chExt cx="4563102" cy="2415600"/>
          </a:xfrm>
          <a:solidFill>
            <a:schemeClr val="accent5"/>
          </a:solidFill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CA00C6B-E4F0-FABC-815F-FD3BF569B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626738" y="2221200"/>
              <a:ext cx="2415600" cy="2415600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1457D79-07C6-318F-4F57-440B2262A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774240" y="2221200"/>
              <a:ext cx="2415600" cy="2415600"/>
            </a:xfrm>
            <a:prstGeom prst="rect">
              <a:avLst/>
            </a:prstGeom>
          </p:spPr>
        </p:pic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DC14AA9A-1F64-2759-4F65-A55E7D5F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68C7D0-EE27-11F9-603F-DEFD33A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2778" y="6532279"/>
            <a:ext cx="422089" cy="172509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7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53778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DB2C-9093-69EE-1DE9-AA1A273D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EC62C40-5C54-6909-FFB8-910D71F86321}"/>
              </a:ext>
            </a:extLst>
          </p:cNvPr>
          <p:cNvGrpSpPr/>
          <p:nvPr/>
        </p:nvGrpSpPr>
        <p:grpSpPr>
          <a:xfrm>
            <a:off x="7626738" y="2221200"/>
            <a:ext cx="4563102" cy="2415600"/>
            <a:chOff x="7626738" y="3959092"/>
            <a:chExt cx="4563102" cy="2415600"/>
          </a:xfrm>
          <a:solidFill>
            <a:schemeClr val="accent5"/>
          </a:solidFill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7D9961F-864B-04FC-4F8D-54201BC9D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626738" y="3959092"/>
              <a:ext cx="2415600" cy="24156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7646BDF-08F2-D85D-15BE-42D720104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774240" y="3959092"/>
              <a:ext cx="2415600" cy="2415600"/>
            </a:xfrm>
            <a:prstGeom prst="rect">
              <a:avLst/>
            </a:prstGeom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A222655D-6883-92C4-162B-F06006B7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80AD55-3303-F2AA-955E-FC69C01A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2778" y="6532279"/>
            <a:ext cx="422089" cy="172509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8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1234603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"/>
</p:tagLst>
</file>

<file path=ppt/theme/theme1.xml><?xml version="1.0" encoding="utf-8"?>
<a:theme xmlns:a="http://schemas.openxmlformats.org/drawingml/2006/main" name="Tieto">
  <a:themeElements>
    <a:clrScheme name="Tieto">
      <a:dk1>
        <a:srgbClr val="272A2C"/>
      </a:dk1>
      <a:lt1>
        <a:srgbClr val="FFFFFF"/>
      </a:lt1>
      <a:dk2>
        <a:srgbClr val="1A1715"/>
      </a:dk2>
      <a:lt2>
        <a:srgbClr val="D2D0CB"/>
      </a:lt2>
      <a:accent1>
        <a:srgbClr val="021E57"/>
      </a:accent1>
      <a:accent2>
        <a:srgbClr val="3531CF"/>
      </a:accent2>
      <a:accent3>
        <a:srgbClr val="4E60E7"/>
      </a:accent3>
      <a:accent4>
        <a:srgbClr val="839DF9"/>
      </a:accent4>
      <a:accent5>
        <a:srgbClr val="F5FF56"/>
      </a:accent5>
      <a:accent6>
        <a:srgbClr val="78716E"/>
      </a:accent6>
      <a:hlink>
        <a:srgbClr val="000000"/>
      </a:hlink>
      <a:folHlink>
        <a:srgbClr val="000000"/>
      </a:folHlink>
    </a:clrScheme>
    <a:fontScheme name="Tieto">
      <a:majorFont>
        <a:latin typeface="Tieto Sans"/>
        <a:ea typeface=""/>
        <a:cs typeface=""/>
      </a:majorFont>
      <a:minorFont>
        <a:latin typeface="Tieto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rgbClr val="021E57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600" dirty="0" smtClean="0">
            <a:solidFill>
              <a:srgbClr val="57524F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Grey 300">
      <a:srgbClr val="D2D0CB"/>
    </a:custClr>
    <a:custClr name="Grey 900">
      <a:srgbClr val="1A1A15"/>
    </a:custClr>
    <a:custClr name="Impact Blue 900">
      <a:srgbClr val="021E57"/>
    </a:custClr>
    <a:custClr name="Impact Blue 600">
      <a:srgbClr val="3531CF"/>
    </a:custClr>
    <a:custClr name="Impact Blue 500">
      <a:srgbClr val="4E60E7"/>
    </a:custClr>
    <a:custClr name="Impact Blue 400">
      <a:srgbClr val="839DF9"/>
    </a:custClr>
    <a:custClr name="Impact Yellow">
      <a:srgbClr val="F5FF56"/>
    </a:custClr>
    <a:custClr name="Grey 500">
      <a:srgbClr val="78716E"/>
    </a:custClr>
    <a:custClr name="Blue 50">
      <a:srgbClr val="F8FAFF"/>
    </a:custClr>
    <a:custClr name="Blue 100">
      <a:srgbClr val="F2F5FF"/>
    </a:custClr>
    <a:custClr name="Blue 200">
      <a:srgbClr val="DBE5FF"/>
    </a:custClr>
    <a:custClr name="Blue 300">
      <a:srgbClr val="C2D3FF"/>
    </a:custClr>
    <a:custClr name="Blue 400 Primary ">
      <a:srgbClr val="839DF9"/>
    </a:custClr>
    <a:custClr name="Blue 500 Primary">
      <a:srgbClr val="4E60E7"/>
    </a:custClr>
    <a:custClr name="Blue 600 Primary">
      <a:srgbClr val="3531CF"/>
    </a:custClr>
    <a:custClr name="Blue 700">
      <a:srgbClr val="251CB0"/>
    </a:custClr>
    <a:custClr name="Blue 800">
      <a:srgbClr val="131E82"/>
    </a:custClr>
    <a:custClr name="Blue 900 Primary">
      <a:srgbClr val="021E57"/>
    </a:custClr>
    <a:custClr name="Grey 50">
      <a:srgbClr val="FCFAF7"/>
    </a:custClr>
    <a:custClr name="Grey 100">
      <a:srgbClr val="F3F0EF"/>
    </a:custClr>
    <a:custClr name="Grey 200">
      <a:srgbClr val="E2E0DF"/>
    </a:custClr>
    <a:custClr name="Grey 300 ">
      <a:srgbClr val="D2D0CB"/>
    </a:custClr>
    <a:custClr name="Grey 400">
      <a:srgbClr val="A8A29E"/>
    </a:custClr>
    <a:custClr name="Grey 500">
      <a:srgbClr val="78716E"/>
    </a:custClr>
    <a:custClr name="Grey 600">
      <a:srgbClr val="57524F"/>
    </a:custClr>
    <a:custClr name="Grey 700">
      <a:srgbClr val="423B38"/>
    </a:custClr>
    <a:custClr name="Grey 800">
      <a:srgbClr val="282523"/>
    </a:custClr>
    <a:custClr name="Grey 900">
      <a:srgbClr val="1A1715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9423A"/>
    </a:custClr>
    <a:custClr name="Green">
      <a:srgbClr val="26D07C"/>
    </a:custClr>
    <a:custClr name="Coral">
      <a:srgbClr val="FF6B6B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Tietoevry_101123" id="{E5600E7E-768D-4793-A3AB-48CAEE9AE71E}" vid="{EA77E28B-1186-478F-A83E-94954F991390}"/>
    </a:ext>
  </a:extLst>
</a:theme>
</file>

<file path=ppt/theme/theme2.xml><?xml version="1.0" encoding="utf-8"?>
<a:theme xmlns:a="http://schemas.openxmlformats.org/drawingml/2006/main" name="Office Theme">
  <a:themeElements>
    <a:clrScheme name="Tieto">
      <a:dk1>
        <a:srgbClr val="272A2C"/>
      </a:dk1>
      <a:lt1>
        <a:srgbClr val="FFFFFF"/>
      </a:lt1>
      <a:dk2>
        <a:srgbClr val="1A1715"/>
      </a:dk2>
      <a:lt2>
        <a:srgbClr val="D2D0CB"/>
      </a:lt2>
      <a:accent1>
        <a:srgbClr val="021E57"/>
      </a:accent1>
      <a:accent2>
        <a:srgbClr val="3531CF"/>
      </a:accent2>
      <a:accent3>
        <a:srgbClr val="4E60E7"/>
      </a:accent3>
      <a:accent4>
        <a:srgbClr val="839DF9"/>
      </a:accent4>
      <a:accent5>
        <a:srgbClr val="F5FF56"/>
      </a:accent5>
      <a:accent6>
        <a:srgbClr val="78716E"/>
      </a:accent6>
      <a:hlink>
        <a:srgbClr val="000000"/>
      </a:hlink>
      <a:folHlink>
        <a:srgbClr val="000000"/>
      </a:folHlink>
    </a:clrScheme>
    <a:fontScheme name="Tieto">
      <a:majorFont>
        <a:latin typeface="Tieto Sans"/>
        <a:ea typeface=""/>
        <a:cs typeface=""/>
      </a:majorFont>
      <a:minorFont>
        <a:latin typeface="Tie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Grey 300">
      <a:srgbClr val="D2D0CB"/>
    </a:custClr>
    <a:custClr name="Grey 900">
      <a:srgbClr val="1A1A15"/>
    </a:custClr>
    <a:custClr name="Impact Blue 900">
      <a:srgbClr val="021E57"/>
    </a:custClr>
    <a:custClr name="Impact Blue 600">
      <a:srgbClr val="3531CF"/>
    </a:custClr>
    <a:custClr name="Impact Blue 500">
      <a:srgbClr val="4E60E7"/>
    </a:custClr>
    <a:custClr name="Impact Blue 400">
      <a:srgbClr val="839DF9"/>
    </a:custClr>
    <a:custClr name="Impact Yellow">
      <a:srgbClr val="F5FF56"/>
    </a:custClr>
    <a:custClr name="Grey 500">
      <a:srgbClr val="78716E"/>
    </a:custClr>
    <a:custClr name="Blue 50">
      <a:srgbClr val="F8FAFF"/>
    </a:custClr>
    <a:custClr name="Blue 100">
      <a:srgbClr val="F2F5FF"/>
    </a:custClr>
    <a:custClr name="Blue 200">
      <a:srgbClr val="DBE5FF"/>
    </a:custClr>
    <a:custClr name="Blue 300">
      <a:srgbClr val="C2D3FF"/>
    </a:custClr>
    <a:custClr name="Blue 400 Primary ">
      <a:srgbClr val="839DF9"/>
    </a:custClr>
    <a:custClr name="Blue 500 Primary">
      <a:srgbClr val="4E60E7"/>
    </a:custClr>
    <a:custClr name="Blue 600 Primary">
      <a:srgbClr val="3531CF"/>
    </a:custClr>
    <a:custClr name="Blue 700">
      <a:srgbClr val="251CB0"/>
    </a:custClr>
    <a:custClr name="Blue 800">
      <a:srgbClr val="131E82"/>
    </a:custClr>
    <a:custClr name="Blue 900 Primary">
      <a:srgbClr val="021E57"/>
    </a:custClr>
    <a:custClr name="Grey 50">
      <a:srgbClr val="FCFAF7"/>
    </a:custClr>
    <a:custClr name="Grey 100">
      <a:srgbClr val="F3F0EF"/>
    </a:custClr>
    <a:custClr name="Grey 200">
      <a:srgbClr val="E2E0DF"/>
    </a:custClr>
    <a:custClr name="Grey 300 ">
      <a:srgbClr val="D2D0CB"/>
    </a:custClr>
    <a:custClr name="Grey 400">
      <a:srgbClr val="A8A29E"/>
    </a:custClr>
    <a:custClr name="Grey 500">
      <a:srgbClr val="78716E"/>
    </a:custClr>
    <a:custClr name="Grey 600">
      <a:srgbClr val="57524F"/>
    </a:custClr>
    <a:custClr name="Grey 700">
      <a:srgbClr val="423B38"/>
    </a:custClr>
    <a:custClr name="Grey 800">
      <a:srgbClr val="282523"/>
    </a:custClr>
    <a:custClr name="Grey 900">
      <a:srgbClr val="1A1715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9423A"/>
    </a:custClr>
    <a:custClr name="Green">
      <a:srgbClr val="26D07C"/>
    </a:custClr>
    <a:custClr name="Coral">
      <a:srgbClr val="FF6B6B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ieto">
      <a:dk1>
        <a:srgbClr val="272A2C"/>
      </a:dk1>
      <a:lt1>
        <a:srgbClr val="FFFFFF"/>
      </a:lt1>
      <a:dk2>
        <a:srgbClr val="1A1715"/>
      </a:dk2>
      <a:lt2>
        <a:srgbClr val="D2D0CB"/>
      </a:lt2>
      <a:accent1>
        <a:srgbClr val="021E57"/>
      </a:accent1>
      <a:accent2>
        <a:srgbClr val="3531CF"/>
      </a:accent2>
      <a:accent3>
        <a:srgbClr val="4E60E7"/>
      </a:accent3>
      <a:accent4>
        <a:srgbClr val="839DF9"/>
      </a:accent4>
      <a:accent5>
        <a:srgbClr val="F5FF56"/>
      </a:accent5>
      <a:accent6>
        <a:srgbClr val="78716E"/>
      </a:accent6>
      <a:hlink>
        <a:srgbClr val="000000"/>
      </a:hlink>
      <a:folHlink>
        <a:srgbClr val="000000"/>
      </a:folHlink>
    </a:clrScheme>
    <a:fontScheme name="Tieto">
      <a:majorFont>
        <a:latin typeface="Tieto Sans"/>
        <a:ea typeface=""/>
        <a:cs typeface=""/>
      </a:majorFont>
      <a:minorFont>
        <a:latin typeface="Tie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Grey 300">
      <a:srgbClr val="D2D0CB"/>
    </a:custClr>
    <a:custClr name="Grey 900">
      <a:srgbClr val="1A1A15"/>
    </a:custClr>
    <a:custClr name="Impact Blue 900">
      <a:srgbClr val="021E57"/>
    </a:custClr>
    <a:custClr name="Impact Blue 600">
      <a:srgbClr val="3531CF"/>
    </a:custClr>
    <a:custClr name="Impact Blue 500">
      <a:srgbClr val="4E60E7"/>
    </a:custClr>
    <a:custClr name="Impact Blue 400">
      <a:srgbClr val="839DF9"/>
    </a:custClr>
    <a:custClr name="Impact Yellow">
      <a:srgbClr val="F5FF56"/>
    </a:custClr>
    <a:custClr name="Grey 500">
      <a:srgbClr val="78716E"/>
    </a:custClr>
    <a:custClr name="Blue 50">
      <a:srgbClr val="F8FAFF"/>
    </a:custClr>
    <a:custClr name="Blue 100">
      <a:srgbClr val="F2F5FF"/>
    </a:custClr>
    <a:custClr name="Blue 200">
      <a:srgbClr val="DBE5FF"/>
    </a:custClr>
    <a:custClr name="Blue 300">
      <a:srgbClr val="C2D3FF"/>
    </a:custClr>
    <a:custClr name="Blue 400 Primary ">
      <a:srgbClr val="839DF9"/>
    </a:custClr>
    <a:custClr name="Blue 500 Primary">
      <a:srgbClr val="4E60E7"/>
    </a:custClr>
    <a:custClr name="Blue 600 Primary">
      <a:srgbClr val="3531CF"/>
    </a:custClr>
    <a:custClr name="Blue 700">
      <a:srgbClr val="251CB0"/>
    </a:custClr>
    <a:custClr name="Blue 800">
      <a:srgbClr val="131E82"/>
    </a:custClr>
    <a:custClr name="Blue 900 Primary">
      <a:srgbClr val="021E57"/>
    </a:custClr>
    <a:custClr name="Grey 50">
      <a:srgbClr val="FCFAF7"/>
    </a:custClr>
    <a:custClr name="Grey 100">
      <a:srgbClr val="F3F0EF"/>
    </a:custClr>
    <a:custClr name="Grey 200">
      <a:srgbClr val="E2E0DF"/>
    </a:custClr>
    <a:custClr name="Grey 300 ">
      <a:srgbClr val="D2D0CB"/>
    </a:custClr>
    <a:custClr name="Grey 400">
      <a:srgbClr val="A8A29E"/>
    </a:custClr>
    <a:custClr name="Grey 500">
      <a:srgbClr val="78716E"/>
    </a:custClr>
    <a:custClr name="Grey 600">
      <a:srgbClr val="57524F"/>
    </a:custClr>
    <a:custClr name="Grey 700">
      <a:srgbClr val="423B38"/>
    </a:custClr>
    <a:custClr name="Grey 800">
      <a:srgbClr val="282523"/>
    </a:custClr>
    <a:custClr name="Grey 900">
      <a:srgbClr val="1A1715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9423A"/>
    </a:custClr>
    <a:custClr name="Green">
      <a:srgbClr val="26D07C"/>
    </a:custClr>
    <a:custClr name="Coral">
      <a:srgbClr val="FF6B6B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item1.xml><?xml version="1.0" encoding="utf-8"?>
<TemplafyFormConfiguration><![CDATA[{"formFields":[{"type":"dropDown","label":"Classification","name":"Classification","helpTexts":null,"locked":false,"spacing":null,"autoSelectFirstOption":false,"dataSourceFieldName":"Classification","dataSourceName":"Classification","defaultValue":null,"filterByFieldName":null,"filterCondition":{"type":"and","conditions":[{"type":"userProfileFieldMatch","dataSourceFieldName":"LanguageRef","userProfileFieldName":"DocumentLanguage"}]},"required":true,"filterBySource":null,"distinct":false,"hideIfNoUserInteractionRequired":false,"shareValue":false}],"formDataEntries":[]}]]></TemplafyFormConfiguration>
</file>

<file path=customXml/item2.xml><?xml version="1.0" encoding="utf-8"?>
<TemplafySlideTemplateConfiguration><![CDATA[{"slideVersion":1,"isValidatorEnabled":false,"isLocked":false,"elementsMetadata":[],"slideId":"1411311428170940419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{"distinct":false,"hideIfNoUserInteractionRequired":false,"required":true,"autoSelectFirstOption":false,"shareValue":false,"type":"dropDown","dataSourceName":"Classification","dataSourceFieldName":"Classification","filterCondition":{"type":"and","conditions":[{"type":"userProfileFieldMatch","userProfileFieldName":"DocumentLanguage","dataSourceFieldName":"LanguageRef"}]},"name":"Classification","label":"Classification"}],"formDataEntries":[]}]]></TemplafySlideFormConfiguration>
</file>

<file path=customXml/item5.xml><?xml version="1.0" encoding="utf-8"?>
<TemplafySlideFormConfiguration><![CDATA[{"formFields":[{"distinct":false,"hideIfNoUserInteractionRequired":false,"required":true,"autoSelectFirstOption":false,"shareValue":false,"type":"dropDown","dataSourceName":"Classification","dataSourceFieldName":"Classification","filterCondition":{"type":"and","conditions":[{"type":"userProfileFieldMatch","userProfileFieldName":"DocumentLanguage","dataSourceFieldName":"LanguageRef"}]},"name":"Classification","label":"Classification"}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binding":"{{Form.Classification.Classification}}","type":"text","disableUpdates":false}}],"slideId":"1411311428170940420","enableDocumentContentUpdater":false,"version":"2.0"}]]></TemplafySlideTemplateConfiguration>
</file>

<file path=customXml/item8.xml><?xml version="1.0" encoding="utf-8"?>
<TemplafySlideTemplateConfiguration><![CDATA[{"slideVersion":1,"isValidatorEnabled":false,"isLocked":false,"elementsMetadata":[],"slideId":"1411311428170940417","enableDocumentContentUpdater":false,"version":"2.0"}]]></TemplafySlideTemplateConfiguration>
</file>

<file path=customXml/item9.xml><?xml version="1.0" encoding="utf-8"?>
<TemplafySlideFormConfiguration><![CDATA[{"formFields":[{"distinct":false,"hideIfNoUserInteractionRequired":false,"required":true,"autoSelectFirstOption":false,"shareValue":false,"type":"dropDown","dataSourceName":"Classification","dataSourceFieldName":"Classification","filterCondition":{"type":"and","conditions":[{"type":"userProfileFieldMatch","userProfileFieldName":"DocumentLanguage","dataSourceFieldName":"LanguageRef"}]},"name":"Classification","label":"Classification"}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1411311428170940416","enableDocumentContentUpdater":false,"version":"2.0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1411311428170940418","enableDocumentContentUpdater":false,"version":"2.0"}]]></TemplafySlideTemplateConfiguration>
</file>

<file path=customXml/item14.xml><?xml version="1.0" encoding="utf-8"?>
<TemplafySlideTemplateConfiguration><![CDATA[{"slideVersion":1,"isValidatorEnabled":false,"isLocked":false,"elementsMetadata":[{"type":"shape","elementConfiguration":{"binding":"{{Form.Classification.Classification}}","type":"text","disableUpdates":false}}],"slideId":"1411311428170940422","enableDocumentContentUpdater":false,"version":"2.0"}]]></TemplafySlideTemplateConfiguration>
</file>

<file path=customXml/item15.xml><?xml version="1.0" encoding="utf-8"?>
<TemplafySlideTemplateConfiguration><![CDATA[{"slideVersion":1,"isValidatorEnabled":false,"isLocked":false,"elementsMetadata":[{"type":"shape","elementConfiguration":{"binding":"{{Form.Classification.Classification}}","type":"text","disableUpdates":false}}],"slideId":"1411311428170940421","enableDocumentContentUpdater":false,"version":"2.0"}]]></TemplafySlideTemplateConfiguration>
</file>

<file path=customXml/item16.xml><?xml version="1.0" encoding="utf-8"?>
<TemplafySlideFormConfiguration><![CDATA[{"formFields":[{"distinct":false,"hideIfNoUserInteractionRequired":false,"required":true,"autoSelectFirstOption":false,"shareValue":false,"type":"dropDown","dataSourceName":"Classification","dataSourceFieldName":"Classification","filterCondition":{"type":"and","conditions":[{"type":"userProfileFieldMatch","userProfileFieldName":"DocumentLanguage","dataSourceFieldName":"LanguageRef"}]},"name":"Classification","label":"Classification"}],"formDataEntries":[]}]]></TemplafySlideFormConfiguration>
</file>

<file path=customXml/item17.xml><?xml version="1.0" encoding="utf-8"?>
<TemplafySlideTemplateConfiguration><![CDATA[{"slideVersion":1,"isValidatorEnabled":false,"isLocked":false,"elementsMetadata":[{"type":"shape","elementConfiguration":{"binding":"{{Form.Classification.Classification}}","type":"text","disableUpdates":false}}],"slideId":"1411311428170940423","enableDocumentContentUpdater":false,"version":"2.0"}]]></TemplafySlideTemplateConfiguration>
</file>

<file path=customXml/item18.xml><?xml version="1.0" encoding="utf-8"?>
<TemplafyTemplateConfiguration><![CDATA[{"elementsMetadata":[],"transformationConfigurations":[{"language":"{{DocumentLanguage}}","type":"proofingLanguage"}],"enableDocumentContentUpdater":true,"version":"2.0"}]]></TemplafyTemplateConfiguration>
</file>

<file path=customXml/itemProps1.xml><?xml version="1.0" encoding="utf-8"?>
<ds:datastoreItem xmlns:ds="http://schemas.openxmlformats.org/officeDocument/2006/customXml" ds:itemID="{CDE6B5B1-BCDE-4262-9395-2FFE5E8035D9}">
  <ds:schemaRefs/>
</ds:datastoreItem>
</file>

<file path=customXml/itemProps2.xml><?xml version="1.0" encoding="utf-8"?>
<ds:datastoreItem xmlns:ds="http://schemas.openxmlformats.org/officeDocument/2006/customXml" ds:itemID="{A92C47DE-FDC6-4D26-8BD6-68A47056BF01}">
  <ds:schemaRefs/>
</ds:datastoreItem>
</file>

<file path=customXml/itemProps3.xml><?xml version="1.0" encoding="utf-8"?>
<ds:datastoreItem xmlns:ds="http://schemas.openxmlformats.org/officeDocument/2006/customXml" ds:itemID="{EBE4D267-BF1D-4E09-8E27-EDEDB71CEA28}">
  <ds:schemaRefs/>
</ds:datastoreItem>
</file>

<file path=customXml/itemProps4.xml><?xml version="1.0" encoding="utf-8"?>
<ds:datastoreItem xmlns:ds="http://schemas.openxmlformats.org/officeDocument/2006/customXml" ds:itemID="{990B0BB7-B868-1A49-B832-89C02EDFBF7E}">
  <ds:schemaRefs/>
</ds:datastoreItem>
</file>

<file path=customXml/itemProps5.xml><?xml version="1.0" encoding="utf-8"?>
<ds:datastoreItem xmlns:ds="http://schemas.openxmlformats.org/officeDocument/2006/customXml" ds:itemID="{EDC68B8A-3B9F-7948-B796-065C451207AD}">
  <ds:schemaRefs/>
</ds:datastoreItem>
</file>

<file path=customXml/itemProps6.xml><?xml version="1.0" encoding="utf-8"?>
<ds:datastoreItem xmlns:ds="http://schemas.openxmlformats.org/officeDocument/2006/customXml" ds:itemID="{FC9E5B42-1E09-480A-AE49-C1AC906DF5DB}">
  <ds:schemaRefs/>
</ds:datastoreItem>
</file>

<file path=customXml/itemProps7.xml><?xml version="1.0" encoding="utf-8"?>
<ds:datastoreItem xmlns:ds="http://schemas.openxmlformats.org/officeDocument/2006/customXml" ds:itemID="{01822C99-B886-6545-91B7-D845137F425F}">
  <ds:schemaRefs/>
</ds:datastoreItem>
</file>

<file path=customXml/itemProps8.xml><?xml version="1.0" encoding="utf-8"?>
<ds:datastoreItem xmlns:ds="http://schemas.openxmlformats.org/officeDocument/2006/customXml" ds:itemID="{DBF67947-E044-45D7-8EF8-457B92C7CFD6}">
  <ds:schemaRefs/>
</ds:datastoreItem>
</file>

<file path=customXml/itemProps9.xml><?xml version="1.0" encoding="utf-8"?>
<ds:datastoreItem xmlns:ds="http://schemas.openxmlformats.org/officeDocument/2006/customXml" ds:itemID="{80A4312D-7F25-434D-802E-D59D65884A76}">
  <ds:schemaRefs/>
</ds:datastoreItem>
</file>

<file path=customXml/itemProps10.xml><?xml version="1.0" encoding="utf-8"?>
<ds:datastoreItem xmlns:ds="http://schemas.openxmlformats.org/officeDocument/2006/customXml" ds:itemID="{B85D14CE-5D56-43F1-B095-73AA31EADADD}">
  <ds:schemaRefs/>
</ds:datastoreItem>
</file>

<file path=customXml/itemProps11.xml><?xml version="1.0" encoding="utf-8"?>
<ds:datastoreItem xmlns:ds="http://schemas.openxmlformats.org/officeDocument/2006/customXml" ds:itemID="{8D47BC62-BFCB-4AB4-9C47-6DC1CCFAD2FB}">
  <ds:schemaRefs/>
</ds:datastoreItem>
</file>

<file path=customXml/itemProps12.xml><?xml version="1.0" encoding="utf-8"?>
<ds:datastoreItem xmlns:ds="http://schemas.openxmlformats.org/officeDocument/2006/customXml" ds:itemID="{C73FE22F-C742-46F9-B072-0D4A7DF5924C}">
  <ds:schemaRefs/>
</ds:datastoreItem>
</file>

<file path=customXml/itemProps13.xml><?xml version="1.0" encoding="utf-8"?>
<ds:datastoreItem xmlns:ds="http://schemas.openxmlformats.org/officeDocument/2006/customXml" ds:itemID="{131999C3-3230-4672-8654-F1E5A4CCC0C5}">
  <ds:schemaRefs/>
</ds:datastoreItem>
</file>

<file path=customXml/itemProps14.xml><?xml version="1.0" encoding="utf-8"?>
<ds:datastoreItem xmlns:ds="http://schemas.openxmlformats.org/officeDocument/2006/customXml" ds:itemID="{0ED45B28-A8A6-7C45-A834-F159E4310010}">
  <ds:schemaRefs/>
</ds:datastoreItem>
</file>

<file path=customXml/itemProps15.xml><?xml version="1.0" encoding="utf-8"?>
<ds:datastoreItem xmlns:ds="http://schemas.openxmlformats.org/officeDocument/2006/customXml" ds:itemID="{BA9651D6-9256-514E-98F1-5BDB72697824}">
  <ds:schemaRefs/>
</ds:datastoreItem>
</file>

<file path=customXml/itemProps16.xml><?xml version="1.0" encoding="utf-8"?>
<ds:datastoreItem xmlns:ds="http://schemas.openxmlformats.org/officeDocument/2006/customXml" ds:itemID="{4107CEB9-1CFC-A94F-80A8-77E2B7D930F3}">
  <ds:schemaRefs/>
</ds:datastoreItem>
</file>

<file path=customXml/itemProps17.xml><?xml version="1.0" encoding="utf-8"?>
<ds:datastoreItem xmlns:ds="http://schemas.openxmlformats.org/officeDocument/2006/customXml" ds:itemID="{2DF526E9-7D5F-094C-8647-171F20F28441}">
  <ds:schemaRefs/>
</ds:datastoreItem>
</file>

<file path=customXml/itemProps18.xml><?xml version="1.0" encoding="utf-8"?>
<ds:datastoreItem xmlns:ds="http://schemas.openxmlformats.org/officeDocument/2006/customXml" ds:itemID="{34364D8B-E6C3-414A-A410-5EA18971307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Tieto</Template>
  <TotalTime>42</TotalTime>
  <Words>11</Words>
  <Application>Microsoft Office PowerPoint</Application>
  <PresentationFormat>Widescreen</PresentationFormat>
  <Paragraphs>10</Paragraphs>
  <Slides>8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Tieto Sans</vt:lpstr>
      <vt:lpstr>Arial</vt:lpstr>
      <vt:lpstr>Tieto Sans Medium</vt:lpstr>
      <vt:lpstr>Wingdings</vt:lpstr>
      <vt:lpstr>Tieto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Maria Toft Clausen</cp:lastModifiedBy>
  <cp:revision>2</cp:revision>
  <dcterms:created xsi:type="dcterms:W3CDTF">2023-11-27T09:38:49Z</dcterms:created>
  <dcterms:modified xsi:type="dcterms:W3CDTF">2026-03-13T06:41:18Z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reated by">
    <vt:lpwstr>omnidocs.com</vt:lpwstr>
  </op:property>
  <op:property fmtid="{D5CDD505-2E9C-101B-9397-08002B2CF9AE}" pid="3" name="TemplafyTimeStamp">
    <vt:lpwstr>2026-03-17T14:24:34</vt:lpwstr>
  </op:property>
</op:Properties>
</file>